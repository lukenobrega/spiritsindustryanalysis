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3.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9" r:id="rId2"/>
    <p:sldMasterId id="2147483714" r:id="rId3"/>
    <p:sldMasterId id="2147483739" r:id="rId4"/>
  </p:sldMasterIdLst>
  <p:sldIdLst>
    <p:sldId id="256" r:id="rId5"/>
    <p:sldId id="257" r:id="rId6"/>
    <p:sldId id="259" r:id="rId7"/>
    <p:sldId id="260" r:id="rId8"/>
    <p:sldId id="261" r:id="rId9"/>
    <p:sldId id="264" r:id="rId10"/>
    <p:sldId id="266" r:id="rId11"/>
    <p:sldId id="268" r:id="rId12"/>
    <p:sldId id="269" r:id="rId13"/>
    <p:sldId id="271" r:id="rId14"/>
    <p:sldId id="272" r:id="rId15"/>
    <p:sldId id="274" r:id="rId16"/>
    <p:sldId id="275" r:id="rId17"/>
    <p:sldId id="276" r:id="rId18"/>
    <p:sldId id="277" r:id="rId19"/>
    <p:sldId id="279" r:id="rId20"/>
    <p:sldId id="278" r:id="rId21"/>
    <p:sldId id="280" r:id="rId22"/>
    <p:sldId id="282" r:id="rId23"/>
    <p:sldId id="286" r:id="rId24"/>
    <p:sldId id="287" r:id="rId25"/>
    <p:sldId id="29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B5667B-9876-41BF-82AB-E4CDBDA89228}" v="54" dt="2026-07-01T18:56:33.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144" y="62"/>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Nobrega" userId="2c92349e476e655f" providerId="LiveId" clId="{9ED6B819-0255-4FF0-BED6-31F24E7F3D0B}"/>
    <pc:docChg chg="undo custSel addSld delSld modSld sldOrd">
      <pc:chgData name="Luke Nobrega" userId="2c92349e476e655f" providerId="LiveId" clId="{9ED6B819-0255-4FF0-BED6-31F24E7F3D0B}" dt="2026-07-02T16:13:12.033" v="7373" actId="1076"/>
      <pc:docMkLst>
        <pc:docMk/>
      </pc:docMkLst>
      <pc:sldChg chg="addSp delSp modSp new mod modClrScheme chgLayout">
        <pc:chgData name="Luke Nobrega" userId="2c92349e476e655f" providerId="LiveId" clId="{9ED6B819-0255-4FF0-BED6-31F24E7F3D0B}" dt="2026-06-30T13:32:53.030" v="40" actId="20577"/>
        <pc:sldMkLst>
          <pc:docMk/>
          <pc:sldMk cId="1558256109" sldId="256"/>
        </pc:sldMkLst>
        <pc:spChg chg="add mod">
          <ac:chgData name="Luke Nobrega" userId="2c92349e476e655f" providerId="LiveId" clId="{9ED6B819-0255-4FF0-BED6-31F24E7F3D0B}" dt="2026-06-30T13:32:53.030" v="40" actId="20577"/>
          <ac:spMkLst>
            <pc:docMk/>
            <pc:sldMk cId="1558256109" sldId="256"/>
            <ac:spMk id="8" creationId="{0A871979-803E-C6EF-4946-01410663C603}"/>
          </ac:spMkLst>
        </pc:spChg>
      </pc:sldChg>
      <pc:sldChg chg="addSp delSp modSp new mod modClrScheme chgLayout">
        <pc:chgData name="Luke Nobrega" userId="2c92349e476e655f" providerId="LiveId" clId="{9ED6B819-0255-4FF0-BED6-31F24E7F3D0B}" dt="2026-07-02T13:49:20.123" v="7180" actId="20577"/>
        <pc:sldMkLst>
          <pc:docMk/>
          <pc:sldMk cId="552312372" sldId="257"/>
        </pc:sldMkLst>
        <pc:spChg chg="add mod">
          <ac:chgData name="Luke Nobrega" userId="2c92349e476e655f" providerId="LiveId" clId="{9ED6B819-0255-4FF0-BED6-31F24E7F3D0B}" dt="2026-06-30T16:02:26.889" v="1331" actId="207"/>
          <ac:spMkLst>
            <pc:docMk/>
            <pc:sldMk cId="552312372" sldId="257"/>
            <ac:spMk id="7" creationId="{F7B58068-F4C9-8286-701C-526FC7430F10}"/>
          </ac:spMkLst>
        </pc:spChg>
        <pc:spChg chg="add mod">
          <ac:chgData name="Luke Nobrega" userId="2c92349e476e655f" providerId="LiveId" clId="{9ED6B819-0255-4FF0-BED6-31F24E7F3D0B}" dt="2026-07-02T13:49:20.123" v="7180" actId="20577"/>
          <ac:spMkLst>
            <pc:docMk/>
            <pc:sldMk cId="552312372" sldId="257"/>
            <ac:spMk id="8" creationId="{F6AC9A26-86F2-9210-FCE3-DC9616FD9C7B}"/>
          </ac:spMkLst>
        </pc:spChg>
        <pc:spChg chg="add mod">
          <ac:chgData name="Luke Nobrega" userId="2c92349e476e655f" providerId="LiveId" clId="{9ED6B819-0255-4FF0-BED6-31F24E7F3D0B}" dt="2026-06-30T15:45:20.037" v="447" actId="20577"/>
          <ac:spMkLst>
            <pc:docMk/>
            <pc:sldMk cId="552312372" sldId="257"/>
            <ac:spMk id="9" creationId="{FFBFBAD3-1355-C8D0-96CE-8B896942C838}"/>
          </ac:spMkLst>
        </pc:spChg>
      </pc:sldChg>
      <pc:sldChg chg="modSp add del mod">
        <pc:chgData name="Luke Nobrega" userId="2c92349e476e655f" providerId="LiveId" clId="{9ED6B819-0255-4FF0-BED6-31F24E7F3D0B}" dt="2026-07-02T13:47:24.604" v="7107" actId="47"/>
        <pc:sldMkLst>
          <pc:docMk/>
          <pc:sldMk cId="2871172490" sldId="258"/>
        </pc:sldMkLst>
      </pc:sldChg>
      <pc:sldChg chg="addSp delSp modSp add mod">
        <pc:chgData name="Luke Nobrega" userId="2c92349e476e655f" providerId="LiveId" clId="{9ED6B819-0255-4FF0-BED6-31F24E7F3D0B}" dt="2026-07-02T14:50:50.506" v="7298" actId="1076"/>
        <pc:sldMkLst>
          <pc:docMk/>
          <pc:sldMk cId="1514829432" sldId="259"/>
        </pc:sldMkLst>
        <pc:spChg chg="add del mod">
          <ac:chgData name="Luke Nobrega" userId="2c92349e476e655f" providerId="LiveId" clId="{9ED6B819-0255-4FF0-BED6-31F24E7F3D0B}" dt="2026-07-01T18:47:47.955" v="6213" actId="20577"/>
          <ac:spMkLst>
            <pc:docMk/>
            <pc:sldMk cId="1514829432" sldId="259"/>
            <ac:spMk id="7" creationId="{7E369A95-FB92-43FF-7026-91618CAF9A6A}"/>
          </ac:spMkLst>
        </pc:spChg>
        <pc:spChg chg="mod">
          <ac:chgData name="Luke Nobrega" userId="2c92349e476e655f" providerId="LiveId" clId="{9ED6B819-0255-4FF0-BED6-31F24E7F3D0B}" dt="2026-07-02T13:46:28.308" v="7052" actId="255"/>
          <ac:spMkLst>
            <pc:docMk/>
            <pc:sldMk cId="1514829432" sldId="259"/>
            <ac:spMk id="9" creationId="{AB92C30F-93AE-30A8-F27B-A2F376865690}"/>
          </ac:spMkLst>
        </pc:spChg>
        <pc:picChg chg="add del mod">
          <ac:chgData name="Luke Nobrega" userId="2c92349e476e655f" providerId="LiveId" clId="{9ED6B819-0255-4FF0-BED6-31F24E7F3D0B}" dt="2026-07-02T14:50:41.859" v="7295" actId="478"/>
          <ac:picMkLst>
            <pc:docMk/>
            <pc:sldMk cId="1514829432" sldId="259"/>
            <ac:picMk id="3" creationId="{C27FB4D8-456E-A8D7-CE4B-B135D986CAE2}"/>
          </ac:picMkLst>
        </pc:picChg>
        <pc:picChg chg="add mod">
          <ac:chgData name="Luke Nobrega" userId="2c92349e476e655f" providerId="LiveId" clId="{9ED6B819-0255-4FF0-BED6-31F24E7F3D0B}" dt="2026-07-02T14:50:50.506" v="7298" actId="1076"/>
          <ac:picMkLst>
            <pc:docMk/>
            <pc:sldMk cId="1514829432" sldId="259"/>
            <ac:picMk id="4" creationId="{779965AB-E9A7-E385-3626-C2B5FB19A448}"/>
          </ac:picMkLst>
        </pc:picChg>
        <pc:picChg chg="add del mod">
          <ac:chgData name="Luke Nobrega" userId="2c92349e476e655f" providerId="LiveId" clId="{9ED6B819-0255-4FF0-BED6-31F24E7F3D0B}" dt="2026-07-01T18:43:54.616" v="6054" actId="478"/>
          <ac:picMkLst>
            <pc:docMk/>
            <pc:sldMk cId="1514829432" sldId="259"/>
            <ac:picMk id="5" creationId="{CDF49B18-7B6F-4288-C019-C13C4C382D6D}"/>
          </ac:picMkLst>
        </pc:picChg>
      </pc:sldChg>
      <pc:sldChg chg="addSp delSp modSp add mod">
        <pc:chgData name="Luke Nobrega" userId="2c92349e476e655f" providerId="LiveId" clId="{9ED6B819-0255-4FF0-BED6-31F24E7F3D0B}" dt="2026-07-02T15:03:50.944" v="7302" actId="14100"/>
        <pc:sldMkLst>
          <pc:docMk/>
          <pc:sldMk cId="3129265521" sldId="260"/>
        </pc:sldMkLst>
        <pc:spChg chg="mod">
          <ac:chgData name="Luke Nobrega" userId="2c92349e476e655f" providerId="LiveId" clId="{9ED6B819-0255-4FF0-BED6-31F24E7F3D0B}" dt="2026-07-01T18:48:25.762" v="6274" actId="20577"/>
          <ac:spMkLst>
            <pc:docMk/>
            <pc:sldMk cId="3129265521" sldId="260"/>
            <ac:spMk id="7" creationId="{FDA717F5-9EE0-CC86-D382-4CE6F298E913}"/>
          </ac:spMkLst>
        </pc:spChg>
        <pc:spChg chg="mod">
          <ac:chgData name="Luke Nobrega" userId="2c92349e476e655f" providerId="LiveId" clId="{9ED6B819-0255-4FF0-BED6-31F24E7F3D0B}" dt="2026-07-02T13:46:53.877" v="7077" actId="255"/>
          <ac:spMkLst>
            <pc:docMk/>
            <pc:sldMk cId="3129265521" sldId="260"/>
            <ac:spMk id="9" creationId="{4E3DF137-8936-B9BF-9161-B6169F014A9E}"/>
          </ac:spMkLst>
        </pc:spChg>
        <pc:picChg chg="add mod">
          <ac:chgData name="Luke Nobrega" userId="2c92349e476e655f" providerId="LiveId" clId="{9ED6B819-0255-4FF0-BED6-31F24E7F3D0B}" dt="2026-07-02T15:03:50.944" v="7302" actId="14100"/>
          <ac:picMkLst>
            <pc:docMk/>
            <pc:sldMk cId="3129265521" sldId="260"/>
            <ac:picMk id="3" creationId="{E5636D87-9DFC-FF9E-CC0E-F86B539B0667}"/>
          </ac:picMkLst>
        </pc:picChg>
        <pc:picChg chg="add del mod">
          <ac:chgData name="Luke Nobrega" userId="2c92349e476e655f" providerId="LiveId" clId="{9ED6B819-0255-4FF0-BED6-31F24E7F3D0B}" dt="2026-07-02T15:03:28.068" v="7299" actId="478"/>
          <ac:picMkLst>
            <pc:docMk/>
            <pc:sldMk cId="3129265521" sldId="260"/>
            <ac:picMk id="5" creationId="{2155A47E-D4B0-A9B9-248E-A2FAF668AEF9}"/>
          </ac:picMkLst>
        </pc:picChg>
      </pc:sldChg>
      <pc:sldChg chg="addSp delSp modSp add mod">
        <pc:chgData name="Luke Nobrega" userId="2c92349e476e655f" providerId="LiveId" clId="{9ED6B819-0255-4FF0-BED6-31F24E7F3D0B}" dt="2026-07-02T15:11:25.909" v="7342" actId="20577"/>
        <pc:sldMkLst>
          <pc:docMk/>
          <pc:sldMk cId="125747425" sldId="261"/>
        </pc:sldMkLst>
        <pc:spChg chg="mod">
          <ac:chgData name="Luke Nobrega" userId="2c92349e476e655f" providerId="LiveId" clId="{9ED6B819-0255-4FF0-BED6-31F24E7F3D0B}" dt="2026-07-02T15:11:25.909" v="7342" actId="20577"/>
          <ac:spMkLst>
            <pc:docMk/>
            <pc:sldMk cId="125747425" sldId="261"/>
            <ac:spMk id="7" creationId="{5CA0B4F1-B521-3101-D563-674A7A4A697F}"/>
          </ac:spMkLst>
        </pc:spChg>
        <pc:spChg chg="mod">
          <ac:chgData name="Luke Nobrega" userId="2c92349e476e655f" providerId="LiveId" clId="{9ED6B819-0255-4FF0-BED6-31F24E7F3D0B}" dt="2026-07-02T13:47:18.281" v="7106" actId="255"/>
          <ac:spMkLst>
            <pc:docMk/>
            <pc:sldMk cId="125747425" sldId="261"/>
            <ac:spMk id="9" creationId="{0A8AAFB9-7DD4-538F-C95D-625A99F257D6}"/>
          </ac:spMkLst>
        </pc:spChg>
        <pc:picChg chg="add del mod">
          <ac:chgData name="Luke Nobrega" userId="2c92349e476e655f" providerId="LiveId" clId="{9ED6B819-0255-4FF0-BED6-31F24E7F3D0B}" dt="2026-07-02T15:06:59.454" v="7317" actId="22"/>
          <ac:picMkLst>
            <pc:docMk/>
            <pc:sldMk cId="125747425" sldId="261"/>
            <ac:picMk id="3" creationId="{FD4A1F83-73DE-DB72-51B8-4DBE187560C9}"/>
          </ac:picMkLst>
        </pc:picChg>
        <pc:picChg chg="add del mod">
          <ac:chgData name="Luke Nobrega" userId="2c92349e476e655f" providerId="LiveId" clId="{9ED6B819-0255-4FF0-BED6-31F24E7F3D0B}" dt="2026-07-02T15:10:13.171" v="7319" actId="478"/>
          <ac:picMkLst>
            <pc:docMk/>
            <pc:sldMk cId="125747425" sldId="261"/>
            <ac:picMk id="5" creationId="{821A44B0-040C-228D-95D5-DB291726B20E}"/>
          </ac:picMkLst>
        </pc:picChg>
        <pc:picChg chg="add mod modCrop">
          <ac:chgData name="Luke Nobrega" userId="2c92349e476e655f" providerId="LiveId" clId="{9ED6B819-0255-4FF0-BED6-31F24E7F3D0B}" dt="2026-07-02T15:11:12.262" v="7324" actId="1076"/>
          <ac:picMkLst>
            <pc:docMk/>
            <pc:sldMk cId="125747425" sldId="261"/>
            <ac:picMk id="6" creationId="{AF57E993-9C87-18A1-2354-0E5DC537304C}"/>
          </ac:picMkLst>
        </pc:picChg>
      </pc:sldChg>
      <pc:sldChg chg="modSp add del mod">
        <pc:chgData name="Luke Nobrega" userId="2c92349e476e655f" providerId="LiveId" clId="{9ED6B819-0255-4FF0-BED6-31F24E7F3D0B}" dt="2026-07-02T13:48:27.298" v="7155" actId="47"/>
        <pc:sldMkLst>
          <pc:docMk/>
          <pc:sldMk cId="4099146237" sldId="262"/>
        </pc:sldMkLst>
      </pc:sldChg>
      <pc:sldChg chg="addSp delSp modSp add del mod">
        <pc:chgData name="Luke Nobrega" userId="2c92349e476e655f" providerId="LiveId" clId="{9ED6B819-0255-4FF0-BED6-31F24E7F3D0B}" dt="2026-07-01T17:51:17.301" v="5989" actId="47"/>
        <pc:sldMkLst>
          <pc:docMk/>
          <pc:sldMk cId="53455744" sldId="263"/>
        </pc:sldMkLst>
      </pc:sldChg>
      <pc:sldChg chg="addSp delSp modSp add mod">
        <pc:chgData name="Luke Nobrega" userId="2c92349e476e655f" providerId="LiveId" clId="{9ED6B819-0255-4FF0-BED6-31F24E7F3D0B}" dt="2026-07-02T14:39:53.321" v="7243" actId="1076"/>
        <pc:sldMkLst>
          <pc:docMk/>
          <pc:sldMk cId="2183031187" sldId="264"/>
        </pc:sldMkLst>
        <pc:spChg chg="mod">
          <ac:chgData name="Luke Nobrega" userId="2c92349e476e655f" providerId="LiveId" clId="{9ED6B819-0255-4FF0-BED6-31F24E7F3D0B}" dt="2026-06-30T16:11:50.169" v="1923" actId="20577"/>
          <ac:spMkLst>
            <pc:docMk/>
            <pc:sldMk cId="2183031187" sldId="264"/>
            <ac:spMk id="7" creationId="{F586B2BB-8D67-7285-9948-8E0D156EFDFC}"/>
          </ac:spMkLst>
        </pc:spChg>
        <pc:spChg chg="mod">
          <ac:chgData name="Luke Nobrega" userId="2c92349e476e655f" providerId="LiveId" clId="{9ED6B819-0255-4FF0-BED6-31F24E7F3D0B}" dt="2026-07-02T13:47:51.309" v="7114" actId="20577"/>
          <ac:spMkLst>
            <pc:docMk/>
            <pc:sldMk cId="2183031187" sldId="264"/>
            <ac:spMk id="9" creationId="{30FC5C5E-C952-115C-7609-8D4B375EFD7E}"/>
          </ac:spMkLst>
        </pc:spChg>
        <pc:picChg chg="add mod">
          <ac:chgData name="Luke Nobrega" userId="2c92349e476e655f" providerId="LiveId" clId="{9ED6B819-0255-4FF0-BED6-31F24E7F3D0B}" dt="2026-07-01T18:45:11.437" v="6067" actId="1076"/>
          <ac:picMkLst>
            <pc:docMk/>
            <pc:sldMk cId="2183031187" sldId="264"/>
            <ac:picMk id="3" creationId="{868B635A-8748-FC55-D0C3-FFBCC50FF9AA}"/>
          </ac:picMkLst>
        </pc:picChg>
        <pc:picChg chg="add mod">
          <ac:chgData name="Luke Nobrega" userId="2c92349e476e655f" providerId="LiveId" clId="{9ED6B819-0255-4FF0-BED6-31F24E7F3D0B}" dt="2026-07-02T14:39:53.321" v="7243" actId="1076"/>
          <ac:picMkLst>
            <pc:docMk/>
            <pc:sldMk cId="2183031187" sldId="264"/>
            <ac:picMk id="4" creationId="{28602FB5-A78E-BD42-9B9E-D4CDBC6828A6}"/>
          </ac:picMkLst>
        </pc:picChg>
        <pc:picChg chg="add del mod">
          <ac:chgData name="Luke Nobrega" userId="2c92349e476e655f" providerId="LiveId" clId="{9ED6B819-0255-4FF0-BED6-31F24E7F3D0B}" dt="2026-07-01T18:45:02.511" v="6060" actId="478"/>
          <ac:picMkLst>
            <pc:docMk/>
            <pc:sldMk cId="2183031187" sldId="264"/>
            <ac:picMk id="5" creationId="{1DB7AF4E-28B2-6E44-7CBD-40527D7096FC}"/>
          </ac:picMkLst>
        </pc:picChg>
      </pc:sldChg>
      <pc:sldChg chg="addSp delSp modSp add del mod">
        <pc:chgData name="Luke Nobrega" userId="2c92349e476e655f" providerId="LiveId" clId="{9ED6B819-0255-4FF0-BED6-31F24E7F3D0B}" dt="2026-07-01T15:15:14.977" v="5937" actId="47"/>
        <pc:sldMkLst>
          <pc:docMk/>
          <pc:sldMk cId="779973992" sldId="265"/>
        </pc:sldMkLst>
      </pc:sldChg>
      <pc:sldChg chg="addSp delSp modSp add mod">
        <pc:chgData name="Luke Nobrega" userId="2c92349e476e655f" providerId="LiveId" clId="{9ED6B819-0255-4FF0-BED6-31F24E7F3D0B}" dt="2026-07-02T16:13:12.033" v="7373" actId="1076"/>
        <pc:sldMkLst>
          <pc:docMk/>
          <pc:sldMk cId="902384618" sldId="266"/>
        </pc:sldMkLst>
        <pc:spChg chg="mod">
          <ac:chgData name="Luke Nobrega" userId="2c92349e476e655f" providerId="LiveId" clId="{9ED6B819-0255-4FF0-BED6-31F24E7F3D0B}" dt="2026-07-01T18:49:24.077" v="6365" actId="313"/>
          <ac:spMkLst>
            <pc:docMk/>
            <pc:sldMk cId="902384618" sldId="266"/>
            <ac:spMk id="7" creationId="{992FE951-D738-3BC6-2D40-B2E25A4071F8}"/>
          </ac:spMkLst>
        </pc:spChg>
        <pc:spChg chg="mod">
          <ac:chgData name="Luke Nobrega" userId="2c92349e476e655f" providerId="LiveId" clId="{9ED6B819-0255-4FF0-BED6-31F24E7F3D0B}" dt="2026-07-02T13:48:18.741" v="7154" actId="255"/>
          <ac:spMkLst>
            <pc:docMk/>
            <pc:sldMk cId="902384618" sldId="266"/>
            <ac:spMk id="9" creationId="{42E499C1-58B9-F90D-28F9-64C08845510E}"/>
          </ac:spMkLst>
        </pc:spChg>
        <pc:picChg chg="add del mod">
          <ac:chgData name="Luke Nobrega" userId="2c92349e476e655f" providerId="LiveId" clId="{9ED6B819-0255-4FF0-BED6-31F24E7F3D0B}" dt="2026-07-02T16:12:31.758" v="7363" actId="478"/>
          <ac:picMkLst>
            <pc:docMk/>
            <pc:sldMk cId="902384618" sldId="266"/>
            <ac:picMk id="3" creationId="{76E0768E-F938-DB04-E922-E9CFC8A84892}"/>
          </ac:picMkLst>
        </pc:picChg>
        <pc:picChg chg="add del mod">
          <ac:chgData name="Luke Nobrega" userId="2c92349e476e655f" providerId="LiveId" clId="{9ED6B819-0255-4FF0-BED6-31F24E7F3D0B}" dt="2026-07-02T16:12:29.673" v="7362" actId="478"/>
          <ac:picMkLst>
            <pc:docMk/>
            <pc:sldMk cId="902384618" sldId="266"/>
            <ac:picMk id="5" creationId="{7EB42EAE-140F-BFA1-77A8-9DAAC5CAD25F}"/>
          </ac:picMkLst>
        </pc:picChg>
        <pc:picChg chg="add mod">
          <ac:chgData name="Luke Nobrega" userId="2c92349e476e655f" providerId="LiveId" clId="{9ED6B819-0255-4FF0-BED6-31F24E7F3D0B}" dt="2026-07-02T16:12:40.714" v="7367" actId="1076"/>
          <ac:picMkLst>
            <pc:docMk/>
            <pc:sldMk cId="902384618" sldId="266"/>
            <ac:picMk id="6" creationId="{EBE4738F-8A5D-4DF7-09BB-E5182DE29261}"/>
          </ac:picMkLst>
        </pc:picChg>
        <pc:picChg chg="add mod">
          <ac:chgData name="Luke Nobrega" userId="2c92349e476e655f" providerId="LiveId" clId="{9ED6B819-0255-4FF0-BED6-31F24E7F3D0B}" dt="2026-07-02T16:13:12.033" v="7373" actId="1076"/>
          <ac:picMkLst>
            <pc:docMk/>
            <pc:sldMk cId="902384618" sldId="266"/>
            <ac:picMk id="10" creationId="{35B8749D-8D16-9369-BAF2-2C161F657E7B}"/>
          </ac:picMkLst>
        </pc:picChg>
      </pc:sldChg>
      <pc:sldChg chg="modSp add del mod">
        <pc:chgData name="Luke Nobrega" userId="2c92349e476e655f" providerId="LiveId" clId="{9ED6B819-0255-4FF0-BED6-31F24E7F3D0B}" dt="2026-07-02T13:48:37.449" v="7156" actId="47"/>
        <pc:sldMkLst>
          <pc:docMk/>
          <pc:sldMk cId="4019536847" sldId="267"/>
        </pc:sldMkLst>
      </pc:sldChg>
      <pc:sldChg chg="addSp delSp modSp add mod">
        <pc:chgData name="Luke Nobrega" userId="2c92349e476e655f" providerId="LiveId" clId="{9ED6B819-0255-4FF0-BED6-31F24E7F3D0B}" dt="2026-07-02T15:47:24.398" v="7347" actId="1076"/>
        <pc:sldMkLst>
          <pc:docMk/>
          <pc:sldMk cId="376273537" sldId="268"/>
        </pc:sldMkLst>
        <pc:spChg chg="mod">
          <ac:chgData name="Luke Nobrega" userId="2c92349e476e655f" providerId="LiveId" clId="{9ED6B819-0255-4FF0-BED6-31F24E7F3D0B}" dt="2026-06-30T18:10:05.408" v="5623" actId="20577"/>
          <ac:spMkLst>
            <pc:docMk/>
            <pc:sldMk cId="376273537" sldId="268"/>
            <ac:spMk id="7" creationId="{392B3C28-28D7-DAFE-749F-D158D384522E}"/>
          </ac:spMkLst>
        </pc:spChg>
        <pc:spChg chg="mod">
          <ac:chgData name="Luke Nobrega" userId="2c92349e476e655f" providerId="LiveId" clId="{9ED6B819-0255-4FF0-BED6-31F24E7F3D0B}" dt="2026-07-02T13:50:12.349" v="7202" actId="20577"/>
          <ac:spMkLst>
            <pc:docMk/>
            <pc:sldMk cId="376273537" sldId="268"/>
            <ac:spMk id="9" creationId="{41FC937F-0427-94E4-46E3-56ACF0044D1A}"/>
          </ac:spMkLst>
        </pc:spChg>
        <pc:picChg chg="add del mod">
          <ac:chgData name="Luke Nobrega" userId="2c92349e476e655f" providerId="LiveId" clId="{9ED6B819-0255-4FF0-BED6-31F24E7F3D0B}" dt="2026-07-02T15:47:16.105" v="7343" actId="478"/>
          <ac:picMkLst>
            <pc:docMk/>
            <pc:sldMk cId="376273537" sldId="268"/>
            <ac:picMk id="3" creationId="{1578E2F7-C319-9BE4-F25C-058A042A8835}"/>
          </ac:picMkLst>
        </pc:picChg>
        <pc:picChg chg="add mod">
          <ac:chgData name="Luke Nobrega" userId="2c92349e476e655f" providerId="LiveId" clId="{9ED6B819-0255-4FF0-BED6-31F24E7F3D0B}" dt="2026-07-02T15:47:24.398" v="7347" actId="1076"/>
          <ac:picMkLst>
            <pc:docMk/>
            <pc:sldMk cId="376273537" sldId="268"/>
            <ac:picMk id="4" creationId="{618F2B91-7942-7CF1-2AB3-34BED8647B05}"/>
          </ac:picMkLst>
        </pc:picChg>
        <pc:picChg chg="add del mod">
          <ac:chgData name="Luke Nobrega" userId="2c92349e476e655f" providerId="LiveId" clId="{9ED6B819-0255-4FF0-BED6-31F24E7F3D0B}" dt="2026-07-01T15:42:20.866" v="5950" actId="478"/>
          <ac:picMkLst>
            <pc:docMk/>
            <pc:sldMk cId="376273537" sldId="268"/>
            <ac:picMk id="5" creationId="{91922322-D64D-BAEC-4B4C-05F98C52DC94}"/>
          </ac:picMkLst>
        </pc:picChg>
        <pc:picChg chg="add del mod">
          <ac:chgData name="Luke Nobrega" userId="2c92349e476e655f" providerId="LiveId" clId="{9ED6B819-0255-4FF0-BED6-31F24E7F3D0B}" dt="2026-07-01T17:54:43.347" v="6017" actId="931"/>
          <ac:picMkLst>
            <pc:docMk/>
            <pc:sldMk cId="376273537" sldId="268"/>
            <ac:picMk id="6" creationId="{8AF6C97C-C851-EC11-FD7F-6486E29D04FE}"/>
          </ac:picMkLst>
        </pc:picChg>
      </pc:sldChg>
      <pc:sldChg chg="addSp delSp modSp add mod">
        <pc:chgData name="Luke Nobrega" userId="2c92349e476e655f" providerId="LiveId" clId="{9ED6B819-0255-4FF0-BED6-31F24E7F3D0B}" dt="2026-07-02T13:48:59.117" v="7174" actId="20577"/>
        <pc:sldMkLst>
          <pc:docMk/>
          <pc:sldMk cId="3135941517" sldId="269"/>
        </pc:sldMkLst>
        <pc:spChg chg="mod">
          <ac:chgData name="Luke Nobrega" userId="2c92349e476e655f" providerId="LiveId" clId="{9ED6B819-0255-4FF0-BED6-31F24E7F3D0B}" dt="2026-06-30T16:23:07.154" v="2692" actId="20577"/>
          <ac:spMkLst>
            <pc:docMk/>
            <pc:sldMk cId="3135941517" sldId="269"/>
            <ac:spMk id="7" creationId="{A37CDCB8-7749-CA40-E3B2-CB15556E813D}"/>
          </ac:spMkLst>
        </pc:spChg>
        <pc:spChg chg="mod">
          <ac:chgData name="Luke Nobrega" userId="2c92349e476e655f" providerId="LiveId" clId="{9ED6B819-0255-4FF0-BED6-31F24E7F3D0B}" dt="2026-07-02T13:48:59.117" v="7174" actId="20577"/>
          <ac:spMkLst>
            <pc:docMk/>
            <pc:sldMk cId="3135941517" sldId="269"/>
            <ac:spMk id="9" creationId="{312F8A26-EE6F-FB09-66B0-124969CDF179}"/>
          </ac:spMkLst>
        </pc:spChg>
        <pc:picChg chg="add mod">
          <ac:chgData name="Luke Nobrega" userId="2c92349e476e655f" providerId="LiveId" clId="{9ED6B819-0255-4FF0-BED6-31F24E7F3D0B}" dt="2026-07-01T15:43:05.428" v="5972" actId="14100"/>
          <ac:picMkLst>
            <pc:docMk/>
            <pc:sldMk cId="3135941517" sldId="269"/>
            <ac:picMk id="3" creationId="{30A1F8BC-6C30-7163-406A-8BCD0054FAF6}"/>
          </ac:picMkLst>
        </pc:picChg>
        <pc:picChg chg="add del mod">
          <ac:chgData name="Luke Nobrega" userId="2c92349e476e655f" providerId="LiveId" clId="{9ED6B819-0255-4FF0-BED6-31F24E7F3D0B}" dt="2026-07-01T15:42:52.177" v="5965" actId="478"/>
          <ac:picMkLst>
            <pc:docMk/>
            <pc:sldMk cId="3135941517" sldId="269"/>
            <ac:picMk id="5" creationId="{AA8376B2-531D-A2F6-A494-EBB83F4BA606}"/>
          </ac:picMkLst>
        </pc:picChg>
      </pc:sldChg>
      <pc:sldChg chg="addSp delSp modSp add del mod">
        <pc:chgData name="Luke Nobrega" userId="2c92349e476e655f" providerId="LiveId" clId="{9ED6B819-0255-4FF0-BED6-31F24E7F3D0B}" dt="2026-07-01T15:16:42.899" v="5949" actId="47"/>
        <pc:sldMkLst>
          <pc:docMk/>
          <pc:sldMk cId="131138299" sldId="270"/>
        </pc:sldMkLst>
      </pc:sldChg>
      <pc:sldChg chg="addSp delSp modSp add mod">
        <pc:chgData name="Luke Nobrega" userId="2c92349e476e655f" providerId="LiveId" clId="{9ED6B819-0255-4FF0-BED6-31F24E7F3D0B}" dt="2026-07-02T14:42:38.256" v="7265" actId="1076"/>
        <pc:sldMkLst>
          <pc:docMk/>
          <pc:sldMk cId="1625413348" sldId="271"/>
        </pc:sldMkLst>
        <pc:spChg chg="mod">
          <ac:chgData name="Luke Nobrega" userId="2c92349e476e655f" providerId="LiveId" clId="{9ED6B819-0255-4FF0-BED6-31F24E7F3D0B}" dt="2026-07-01T17:51:12.775" v="5988"/>
          <ac:spMkLst>
            <pc:docMk/>
            <pc:sldMk cId="1625413348" sldId="271"/>
            <ac:spMk id="7" creationId="{4AAAD348-1E85-871F-A94F-C1877B266F71}"/>
          </ac:spMkLst>
        </pc:spChg>
        <pc:spChg chg="mod">
          <ac:chgData name="Luke Nobrega" userId="2c92349e476e655f" providerId="LiveId" clId="{9ED6B819-0255-4FF0-BED6-31F24E7F3D0B}" dt="2026-07-02T13:50:28.954" v="7206" actId="20577"/>
          <ac:spMkLst>
            <pc:docMk/>
            <pc:sldMk cId="1625413348" sldId="271"/>
            <ac:spMk id="9" creationId="{8FD6EBAC-E143-17C2-A1B7-6E1DA5898A4C}"/>
          </ac:spMkLst>
        </pc:spChg>
        <pc:picChg chg="add mod">
          <ac:chgData name="Luke Nobrega" userId="2c92349e476e655f" providerId="LiveId" clId="{9ED6B819-0255-4FF0-BED6-31F24E7F3D0B}" dt="2026-07-01T17:45:12.248" v="5979" actId="1076"/>
          <ac:picMkLst>
            <pc:docMk/>
            <pc:sldMk cId="1625413348" sldId="271"/>
            <ac:picMk id="3" creationId="{E08399D3-4972-A24A-FA8E-E4381F8B60C2}"/>
          </ac:picMkLst>
        </pc:picChg>
        <pc:picChg chg="add mod modCrop">
          <ac:chgData name="Luke Nobrega" userId="2c92349e476e655f" providerId="LiveId" clId="{9ED6B819-0255-4FF0-BED6-31F24E7F3D0B}" dt="2026-07-02T14:42:38.256" v="7265" actId="1076"/>
          <ac:picMkLst>
            <pc:docMk/>
            <pc:sldMk cId="1625413348" sldId="271"/>
            <ac:picMk id="4" creationId="{0EA161AA-83F8-38A5-44D1-6BC7AD2AF505}"/>
          </ac:picMkLst>
        </pc:picChg>
        <pc:picChg chg="add del mod">
          <ac:chgData name="Luke Nobrega" userId="2c92349e476e655f" providerId="LiveId" clId="{9ED6B819-0255-4FF0-BED6-31F24E7F3D0B}" dt="2026-07-01T17:45:03.073" v="5973" actId="478"/>
          <ac:picMkLst>
            <pc:docMk/>
            <pc:sldMk cId="1625413348" sldId="271"/>
            <ac:picMk id="5" creationId="{1C6E360F-A22A-7EC0-BB06-4201E77D17F5}"/>
          </ac:picMkLst>
        </pc:picChg>
      </pc:sldChg>
      <pc:sldChg chg="addSp delSp modSp add mod">
        <pc:chgData name="Luke Nobrega" userId="2c92349e476e655f" providerId="LiveId" clId="{9ED6B819-0255-4FF0-BED6-31F24E7F3D0B}" dt="2026-07-02T14:43:26.906" v="7275" actId="20577"/>
        <pc:sldMkLst>
          <pc:docMk/>
          <pc:sldMk cId="2935645404" sldId="272"/>
        </pc:sldMkLst>
        <pc:spChg chg="mod">
          <ac:chgData name="Luke Nobrega" userId="2c92349e476e655f" providerId="LiveId" clId="{9ED6B819-0255-4FF0-BED6-31F24E7F3D0B}" dt="2026-07-02T14:43:26.906" v="7275" actId="20577"/>
          <ac:spMkLst>
            <pc:docMk/>
            <pc:sldMk cId="2935645404" sldId="272"/>
            <ac:spMk id="7" creationId="{393E9A65-6A81-0B94-29A4-DC0D792CB457}"/>
          </ac:spMkLst>
        </pc:spChg>
        <pc:spChg chg="mod">
          <ac:chgData name="Luke Nobrega" userId="2c92349e476e655f" providerId="LiveId" clId="{9ED6B819-0255-4FF0-BED6-31F24E7F3D0B}" dt="2026-07-02T13:50:32.686" v="7210" actId="20577"/>
          <ac:spMkLst>
            <pc:docMk/>
            <pc:sldMk cId="2935645404" sldId="272"/>
            <ac:spMk id="9" creationId="{69C61713-8DBB-68D9-8BC6-9D94598BB264}"/>
          </ac:spMkLst>
        </pc:spChg>
        <pc:picChg chg="add mod">
          <ac:chgData name="Luke Nobrega" userId="2c92349e476e655f" providerId="LiveId" clId="{9ED6B819-0255-4FF0-BED6-31F24E7F3D0B}" dt="2026-07-01T17:45:33.780" v="5986" actId="14100"/>
          <ac:picMkLst>
            <pc:docMk/>
            <pc:sldMk cId="2935645404" sldId="272"/>
            <ac:picMk id="3" creationId="{15CD6696-CA52-AA72-4A7D-DAFC0FB1A663}"/>
          </ac:picMkLst>
        </pc:picChg>
        <pc:picChg chg="add mod modCrop">
          <ac:chgData name="Luke Nobrega" userId="2c92349e476e655f" providerId="LiveId" clId="{9ED6B819-0255-4FF0-BED6-31F24E7F3D0B}" dt="2026-07-02T14:43:21.041" v="7274" actId="1076"/>
          <ac:picMkLst>
            <pc:docMk/>
            <pc:sldMk cId="2935645404" sldId="272"/>
            <ac:picMk id="4" creationId="{F06F6D3D-FFDE-933F-796E-CA73715E1070}"/>
          </ac:picMkLst>
        </pc:picChg>
        <pc:picChg chg="add del mod">
          <ac:chgData name="Luke Nobrega" userId="2c92349e476e655f" providerId="LiveId" clId="{9ED6B819-0255-4FF0-BED6-31F24E7F3D0B}" dt="2026-07-01T17:45:24.319" v="5980" actId="478"/>
          <ac:picMkLst>
            <pc:docMk/>
            <pc:sldMk cId="2935645404" sldId="272"/>
            <ac:picMk id="5" creationId="{D6921F7C-C7D0-CA2F-44AC-BD1B5EEC5F08}"/>
          </ac:picMkLst>
        </pc:picChg>
      </pc:sldChg>
      <pc:sldChg chg="addSp delSp modSp add del mod">
        <pc:chgData name="Luke Nobrega" userId="2c92349e476e655f" providerId="LiveId" clId="{9ED6B819-0255-4FF0-BED6-31F24E7F3D0B}" dt="2026-07-01T15:15:28.210" v="5938" actId="47"/>
        <pc:sldMkLst>
          <pc:docMk/>
          <pc:sldMk cId="4003667780" sldId="273"/>
        </pc:sldMkLst>
      </pc:sldChg>
      <pc:sldChg chg="addSp delSp modSp add mod">
        <pc:chgData name="Luke Nobrega" userId="2c92349e476e655f" providerId="LiveId" clId="{9ED6B819-0255-4FF0-BED6-31F24E7F3D0B}" dt="2026-07-02T14:43:48.239" v="7277" actId="1076"/>
        <pc:sldMkLst>
          <pc:docMk/>
          <pc:sldMk cId="4292544935" sldId="274"/>
        </pc:sldMkLst>
        <pc:spChg chg="mod">
          <ac:chgData name="Luke Nobrega" userId="2c92349e476e655f" providerId="LiveId" clId="{9ED6B819-0255-4FF0-BED6-31F24E7F3D0B}" dt="2026-07-02T13:50:35.823" v="7214" actId="20577"/>
          <ac:spMkLst>
            <pc:docMk/>
            <pc:sldMk cId="4292544935" sldId="274"/>
            <ac:spMk id="4" creationId="{52462453-44DB-7F4F-BAD2-7CDA755E9B91}"/>
          </ac:spMkLst>
        </pc:spChg>
        <pc:spChg chg="mod">
          <ac:chgData name="Luke Nobrega" userId="2c92349e476e655f" providerId="LiveId" clId="{9ED6B819-0255-4FF0-BED6-31F24E7F3D0B}" dt="2026-07-01T18:52:11.043" v="6640" actId="20577"/>
          <ac:spMkLst>
            <pc:docMk/>
            <pc:sldMk cId="4292544935" sldId="274"/>
            <ac:spMk id="7" creationId="{61AE7538-27CE-867D-3BBF-C3B8C6577A83}"/>
          </ac:spMkLst>
        </pc:spChg>
        <pc:picChg chg="add mod">
          <ac:chgData name="Luke Nobrega" userId="2c92349e476e655f" providerId="LiveId" clId="{9ED6B819-0255-4FF0-BED6-31F24E7F3D0B}" dt="2026-07-02T14:43:48.239" v="7277" actId="1076"/>
          <ac:picMkLst>
            <pc:docMk/>
            <pc:sldMk cId="4292544935" sldId="274"/>
            <ac:picMk id="3" creationId="{D1168B59-5B75-B6B2-2F66-4683F5BF023A}"/>
          </ac:picMkLst>
        </pc:picChg>
        <pc:picChg chg="add mod">
          <ac:chgData name="Luke Nobrega" userId="2c92349e476e655f" providerId="LiveId" clId="{9ED6B819-0255-4FF0-BED6-31F24E7F3D0B}" dt="2026-06-30T18:12:26.868" v="5663" actId="1076"/>
          <ac:picMkLst>
            <pc:docMk/>
            <pc:sldMk cId="4292544935" sldId="274"/>
            <ac:picMk id="6" creationId="{0A5F96F6-5E03-0013-FBDF-09E6BC86B0E4}"/>
          </ac:picMkLst>
        </pc:picChg>
      </pc:sldChg>
      <pc:sldChg chg="addSp delSp modSp add mod">
        <pc:chgData name="Luke Nobrega" userId="2c92349e476e655f" providerId="LiveId" clId="{9ED6B819-0255-4FF0-BED6-31F24E7F3D0B}" dt="2026-07-02T16:10:14.672" v="7361" actId="14100"/>
        <pc:sldMkLst>
          <pc:docMk/>
          <pc:sldMk cId="1364285347" sldId="275"/>
        </pc:sldMkLst>
        <pc:spChg chg="mod">
          <ac:chgData name="Luke Nobrega" userId="2c92349e476e655f" providerId="LiveId" clId="{9ED6B819-0255-4FF0-BED6-31F24E7F3D0B}" dt="2026-07-02T13:50:40.543" v="7221" actId="5793"/>
          <ac:spMkLst>
            <pc:docMk/>
            <pc:sldMk cId="1364285347" sldId="275"/>
            <ac:spMk id="4" creationId="{6A0D2854-5E1E-A428-3EBC-DEAC7111250C}"/>
          </ac:spMkLst>
        </pc:spChg>
        <pc:spChg chg="mod">
          <ac:chgData name="Luke Nobrega" userId="2c92349e476e655f" providerId="LiveId" clId="{9ED6B819-0255-4FF0-BED6-31F24E7F3D0B}" dt="2026-06-30T16:41:55.272" v="3312" actId="20577"/>
          <ac:spMkLst>
            <pc:docMk/>
            <pc:sldMk cId="1364285347" sldId="275"/>
            <ac:spMk id="7" creationId="{2C056131-2321-6C16-3D8C-CCE22DCE4191}"/>
          </ac:spMkLst>
        </pc:spChg>
        <pc:picChg chg="add del mod">
          <ac:chgData name="Luke Nobrega" userId="2c92349e476e655f" providerId="LiveId" clId="{9ED6B819-0255-4FF0-BED6-31F24E7F3D0B}" dt="2026-07-02T14:45:15.060" v="7282" actId="478"/>
          <ac:picMkLst>
            <pc:docMk/>
            <pc:sldMk cId="1364285347" sldId="275"/>
            <ac:picMk id="3" creationId="{0FA962AD-80A2-BA38-75DB-B2E46DF18247}"/>
          </ac:picMkLst>
        </pc:picChg>
        <pc:picChg chg="add del mod">
          <ac:chgData name="Luke Nobrega" userId="2c92349e476e655f" providerId="LiveId" clId="{9ED6B819-0255-4FF0-BED6-31F24E7F3D0B}" dt="2026-07-02T16:09:47.750" v="7354" actId="478"/>
          <ac:picMkLst>
            <pc:docMk/>
            <pc:sldMk cId="1364285347" sldId="275"/>
            <ac:picMk id="6" creationId="{4C4A21D1-4E20-CDCF-681C-0F932B9C735B}"/>
          </ac:picMkLst>
        </pc:picChg>
        <pc:picChg chg="add del mod">
          <ac:chgData name="Luke Nobrega" userId="2c92349e476e655f" providerId="LiveId" clId="{9ED6B819-0255-4FF0-BED6-31F24E7F3D0B}" dt="2026-07-02T16:10:08.709" v="7358" actId="478"/>
          <ac:picMkLst>
            <pc:docMk/>
            <pc:sldMk cId="1364285347" sldId="275"/>
            <ac:picMk id="8" creationId="{CC72DD4C-53CD-F7AD-3069-7A151891683C}"/>
          </ac:picMkLst>
        </pc:picChg>
        <pc:picChg chg="add mod">
          <ac:chgData name="Luke Nobrega" userId="2c92349e476e655f" providerId="LiveId" clId="{9ED6B819-0255-4FF0-BED6-31F24E7F3D0B}" dt="2026-07-02T16:10:14.672" v="7361" actId="14100"/>
          <ac:picMkLst>
            <pc:docMk/>
            <pc:sldMk cId="1364285347" sldId="275"/>
            <ac:picMk id="10" creationId="{EEA79120-A434-44C7-048D-DC8CA41415CF}"/>
          </ac:picMkLst>
        </pc:picChg>
      </pc:sldChg>
      <pc:sldChg chg="modSp add mod">
        <pc:chgData name="Luke Nobrega" userId="2c92349e476e655f" providerId="LiveId" clId="{9ED6B819-0255-4FF0-BED6-31F24E7F3D0B}" dt="2026-06-30T16:42:25.460" v="3353" actId="313"/>
        <pc:sldMkLst>
          <pc:docMk/>
          <pc:sldMk cId="4020353220" sldId="276"/>
        </pc:sldMkLst>
        <pc:spChg chg="mod">
          <ac:chgData name="Luke Nobrega" userId="2c92349e476e655f" providerId="LiveId" clId="{9ED6B819-0255-4FF0-BED6-31F24E7F3D0B}" dt="2026-06-30T16:42:25.460" v="3353" actId="313"/>
          <ac:spMkLst>
            <pc:docMk/>
            <pc:sldMk cId="4020353220" sldId="276"/>
            <ac:spMk id="8" creationId="{5E306A4B-EAB3-CEEB-5551-C683A7F3D080}"/>
          </ac:spMkLst>
        </pc:spChg>
      </pc:sldChg>
      <pc:sldChg chg="addSp delSp modSp add mod">
        <pc:chgData name="Luke Nobrega" userId="2c92349e476e655f" providerId="LiveId" clId="{9ED6B819-0255-4FF0-BED6-31F24E7F3D0B}" dt="2026-07-02T15:51:50.079" v="7351" actId="14100"/>
        <pc:sldMkLst>
          <pc:docMk/>
          <pc:sldMk cId="4066887226" sldId="277"/>
        </pc:sldMkLst>
        <pc:spChg chg="add del mod">
          <ac:chgData name="Luke Nobrega" userId="2c92349e476e655f" providerId="LiveId" clId="{9ED6B819-0255-4FF0-BED6-31F24E7F3D0B}" dt="2026-06-30T16:42:53.366" v="3388" actId="478"/>
          <ac:spMkLst>
            <pc:docMk/>
            <pc:sldMk cId="4066887226" sldId="277"/>
            <ac:spMk id="4" creationId="{7C410566-320F-AC21-E209-65FB991AE1D1}"/>
          </ac:spMkLst>
        </pc:spChg>
        <pc:spChg chg="mod">
          <ac:chgData name="Luke Nobrega" userId="2c92349e476e655f" providerId="LiveId" clId="{9ED6B819-0255-4FF0-BED6-31F24E7F3D0B}" dt="2026-07-01T18:53:39.713" v="6784" actId="20577"/>
          <ac:spMkLst>
            <pc:docMk/>
            <pc:sldMk cId="4066887226" sldId="277"/>
            <ac:spMk id="7" creationId="{9F7A0ED0-DF58-8549-F8A3-3B249F0C7A24}"/>
          </ac:spMkLst>
        </pc:spChg>
        <pc:picChg chg="add del mod">
          <ac:chgData name="Luke Nobrega" userId="2c92349e476e655f" providerId="LiveId" clId="{9ED6B819-0255-4FF0-BED6-31F24E7F3D0B}" dt="2026-07-02T15:51:43.189" v="7348" actId="478"/>
          <ac:picMkLst>
            <pc:docMk/>
            <pc:sldMk cId="4066887226" sldId="277"/>
            <ac:picMk id="3" creationId="{C061EC4C-42DB-6E93-8EA4-254F1A56D729}"/>
          </ac:picMkLst>
        </pc:picChg>
        <pc:picChg chg="add mod">
          <ac:chgData name="Luke Nobrega" userId="2c92349e476e655f" providerId="LiveId" clId="{9ED6B819-0255-4FF0-BED6-31F24E7F3D0B}" dt="2026-07-02T15:51:50.079" v="7351" actId="14100"/>
          <ac:picMkLst>
            <pc:docMk/>
            <pc:sldMk cId="4066887226" sldId="277"/>
            <ac:picMk id="5" creationId="{6A3CE5C9-B933-3254-AC28-439430D6546C}"/>
          </ac:picMkLst>
        </pc:picChg>
        <pc:picChg chg="add del mod">
          <ac:chgData name="Luke Nobrega" userId="2c92349e476e655f" providerId="LiveId" clId="{9ED6B819-0255-4FF0-BED6-31F24E7F3D0B}" dt="2026-07-01T17:55:35.267" v="6026" actId="478"/>
          <ac:picMkLst>
            <pc:docMk/>
            <pc:sldMk cId="4066887226" sldId="277"/>
            <ac:picMk id="10" creationId="{CF371FFB-63EC-7574-92BD-64E4B9DA8E33}"/>
          </ac:picMkLst>
        </pc:picChg>
      </pc:sldChg>
      <pc:sldChg chg="addSp delSp modSp add mod ord">
        <pc:chgData name="Luke Nobrega" userId="2c92349e476e655f" providerId="LiveId" clId="{9ED6B819-0255-4FF0-BED6-31F24E7F3D0B}" dt="2026-07-01T18:54:14.371" v="6867" actId="20577"/>
        <pc:sldMkLst>
          <pc:docMk/>
          <pc:sldMk cId="241770759" sldId="278"/>
        </pc:sldMkLst>
        <pc:spChg chg="add mod">
          <ac:chgData name="Luke Nobrega" userId="2c92349e476e655f" providerId="LiveId" clId="{9ED6B819-0255-4FF0-BED6-31F24E7F3D0B}" dt="2026-06-30T16:46:08.269" v="3676" actId="20577"/>
          <ac:spMkLst>
            <pc:docMk/>
            <pc:sldMk cId="241770759" sldId="278"/>
            <ac:spMk id="3" creationId="{68A718AB-4410-4EED-8B73-0EC66889317E}"/>
          </ac:spMkLst>
        </pc:spChg>
        <pc:spChg chg="mod">
          <ac:chgData name="Luke Nobrega" userId="2c92349e476e655f" providerId="LiveId" clId="{9ED6B819-0255-4FF0-BED6-31F24E7F3D0B}" dt="2026-07-01T18:54:14.371" v="6867" actId="20577"/>
          <ac:spMkLst>
            <pc:docMk/>
            <pc:sldMk cId="241770759" sldId="278"/>
            <ac:spMk id="7" creationId="{59A3112E-3C58-243C-17CD-69AE1FADA828}"/>
          </ac:spMkLst>
        </pc:spChg>
        <pc:picChg chg="add mod">
          <ac:chgData name="Luke Nobrega" userId="2c92349e476e655f" providerId="LiveId" clId="{9ED6B819-0255-4FF0-BED6-31F24E7F3D0B}" dt="2026-06-30T18:14:35.609" v="5714" actId="14100"/>
          <ac:picMkLst>
            <pc:docMk/>
            <pc:sldMk cId="241770759" sldId="278"/>
            <ac:picMk id="10" creationId="{5920ACE9-B718-28D4-C104-7C6DE45CD722}"/>
          </ac:picMkLst>
        </pc:picChg>
      </pc:sldChg>
      <pc:sldChg chg="addSp delSp modSp add mod">
        <pc:chgData name="Luke Nobrega" userId="2c92349e476e655f" providerId="LiveId" clId="{9ED6B819-0255-4FF0-BED6-31F24E7F3D0B}" dt="2026-06-30T18:14:04.226" v="5707" actId="14100"/>
        <pc:sldMkLst>
          <pc:docMk/>
          <pc:sldMk cId="2879637082" sldId="279"/>
        </pc:sldMkLst>
        <pc:spChg chg="mod">
          <ac:chgData name="Luke Nobrega" userId="2c92349e476e655f" providerId="LiveId" clId="{9ED6B819-0255-4FF0-BED6-31F24E7F3D0B}" dt="2026-06-30T16:44:52.407" v="3554" actId="20577"/>
          <ac:spMkLst>
            <pc:docMk/>
            <pc:sldMk cId="2879637082" sldId="279"/>
            <ac:spMk id="3" creationId="{5A5266B9-C943-6413-FADD-9F6F12A3699A}"/>
          </ac:spMkLst>
        </pc:spChg>
        <pc:picChg chg="add mod">
          <ac:chgData name="Luke Nobrega" userId="2c92349e476e655f" providerId="LiveId" clId="{9ED6B819-0255-4FF0-BED6-31F24E7F3D0B}" dt="2026-06-30T18:14:04.226" v="5707" actId="14100"/>
          <ac:picMkLst>
            <pc:docMk/>
            <pc:sldMk cId="2879637082" sldId="279"/>
            <ac:picMk id="6" creationId="{E0945255-29FC-885E-FEA3-DD6D17CCAFF3}"/>
          </ac:picMkLst>
        </pc:picChg>
      </pc:sldChg>
      <pc:sldChg chg="addSp delSp modSp add mod">
        <pc:chgData name="Luke Nobrega" userId="2c92349e476e655f" providerId="LiveId" clId="{9ED6B819-0255-4FF0-BED6-31F24E7F3D0B}" dt="2026-06-30T18:15:19.856" v="5726" actId="14100"/>
        <pc:sldMkLst>
          <pc:docMk/>
          <pc:sldMk cId="781613907" sldId="280"/>
        </pc:sldMkLst>
        <pc:spChg chg="mod">
          <ac:chgData name="Luke Nobrega" userId="2c92349e476e655f" providerId="LiveId" clId="{9ED6B819-0255-4FF0-BED6-31F24E7F3D0B}" dt="2026-06-30T16:47:22.436" v="3760" actId="20577"/>
          <ac:spMkLst>
            <pc:docMk/>
            <pc:sldMk cId="781613907" sldId="280"/>
            <ac:spMk id="3" creationId="{58396F8D-E7AB-A0E4-9E19-33646D8DB170}"/>
          </ac:spMkLst>
        </pc:spChg>
        <pc:spChg chg="mod">
          <ac:chgData name="Luke Nobrega" userId="2c92349e476e655f" providerId="LiveId" clId="{9ED6B819-0255-4FF0-BED6-31F24E7F3D0B}" dt="2026-06-30T16:48:02.644" v="3836" actId="20577"/>
          <ac:spMkLst>
            <pc:docMk/>
            <pc:sldMk cId="781613907" sldId="280"/>
            <ac:spMk id="7" creationId="{48652BFC-2B28-6036-6525-02AE16C97B3E}"/>
          </ac:spMkLst>
        </pc:spChg>
        <pc:picChg chg="add mod">
          <ac:chgData name="Luke Nobrega" userId="2c92349e476e655f" providerId="LiveId" clId="{9ED6B819-0255-4FF0-BED6-31F24E7F3D0B}" dt="2026-06-30T18:15:19.856" v="5726" actId="14100"/>
          <ac:picMkLst>
            <pc:docMk/>
            <pc:sldMk cId="781613907" sldId="280"/>
            <ac:picMk id="5" creationId="{57FB0E87-BFF1-1C90-D416-39E0E960A48E}"/>
          </ac:picMkLst>
        </pc:picChg>
      </pc:sldChg>
      <pc:sldChg chg="addSp delSp modSp add del mod">
        <pc:chgData name="Luke Nobrega" userId="2c92349e476e655f" providerId="LiveId" clId="{9ED6B819-0255-4FF0-BED6-31F24E7F3D0B}" dt="2026-07-01T15:15:36.533" v="5939" actId="47"/>
        <pc:sldMkLst>
          <pc:docMk/>
          <pc:sldMk cId="554678163" sldId="281"/>
        </pc:sldMkLst>
      </pc:sldChg>
      <pc:sldChg chg="addSp delSp modSp add mod">
        <pc:chgData name="Luke Nobrega" userId="2c92349e476e655f" providerId="LiveId" clId="{9ED6B819-0255-4FF0-BED6-31F24E7F3D0B}" dt="2026-07-01T18:54:49.466" v="6948" actId="20577"/>
        <pc:sldMkLst>
          <pc:docMk/>
          <pc:sldMk cId="2959474782" sldId="282"/>
        </pc:sldMkLst>
        <pc:spChg chg="mod">
          <ac:chgData name="Luke Nobrega" userId="2c92349e476e655f" providerId="LiveId" clId="{9ED6B819-0255-4FF0-BED6-31F24E7F3D0B}" dt="2026-06-30T16:49:54.349" v="3921" actId="20577"/>
          <ac:spMkLst>
            <pc:docMk/>
            <pc:sldMk cId="2959474782" sldId="282"/>
            <ac:spMk id="3" creationId="{B9E6BD3C-A2FE-AC5E-4CAC-8086ED6200E7}"/>
          </ac:spMkLst>
        </pc:spChg>
        <pc:spChg chg="mod">
          <ac:chgData name="Luke Nobrega" userId="2c92349e476e655f" providerId="LiveId" clId="{9ED6B819-0255-4FF0-BED6-31F24E7F3D0B}" dt="2026-07-01T18:54:49.466" v="6948" actId="20577"/>
          <ac:spMkLst>
            <pc:docMk/>
            <pc:sldMk cId="2959474782" sldId="282"/>
            <ac:spMk id="7" creationId="{C5A9A3C5-7DFD-971E-83CA-EB1245938299}"/>
          </ac:spMkLst>
        </pc:spChg>
        <pc:picChg chg="add del mod">
          <ac:chgData name="Luke Nobrega" userId="2c92349e476e655f" providerId="LiveId" clId="{9ED6B819-0255-4FF0-BED6-31F24E7F3D0B}" dt="2026-07-01T17:54:38.140" v="6010" actId="931"/>
          <ac:picMkLst>
            <pc:docMk/>
            <pc:sldMk cId="2959474782" sldId="282"/>
            <ac:picMk id="4" creationId="{0A198F2A-F10A-19C4-2B9F-0CEEACA0301E}"/>
          </ac:picMkLst>
        </pc:picChg>
        <pc:picChg chg="add del mod">
          <ac:chgData name="Luke Nobrega" userId="2c92349e476e655f" providerId="LiveId" clId="{9ED6B819-0255-4FF0-BED6-31F24E7F3D0B}" dt="2026-07-01T17:55:05.168" v="6019" actId="478"/>
          <ac:picMkLst>
            <pc:docMk/>
            <pc:sldMk cId="2959474782" sldId="282"/>
            <ac:picMk id="6" creationId="{4A3CFBD6-50EE-B6E4-5162-3A0970300F49}"/>
          </ac:picMkLst>
        </pc:picChg>
        <pc:picChg chg="add mod">
          <ac:chgData name="Luke Nobrega" userId="2c92349e476e655f" providerId="LiveId" clId="{9ED6B819-0255-4FF0-BED6-31F24E7F3D0B}" dt="2026-07-01T17:55:16.296" v="6025" actId="14100"/>
          <ac:picMkLst>
            <pc:docMk/>
            <pc:sldMk cId="2959474782" sldId="282"/>
            <ac:picMk id="8" creationId="{A9896285-F338-1C25-B557-5C7D127C8CE6}"/>
          </ac:picMkLst>
        </pc:picChg>
      </pc:sldChg>
      <pc:sldChg chg="addSp delSp modSp add del mod">
        <pc:chgData name="Luke Nobrega" userId="2c92349e476e655f" providerId="LiveId" clId="{9ED6B819-0255-4FF0-BED6-31F24E7F3D0B}" dt="2026-07-01T15:15:41.715" v="5940" actId="47"/>
        <pc:sldMkLst>
          <pc:docMk/>
          <pc:sldMk cId="1702432017" sldId="283"/>
        </pc:sldMkLst>
      </pc:sldChg>
      <pc:sldChg chg="addSp delSp modSp add del mod">
        <pc:chgData name="Luke Nobrega" userId="2c92349e476e655f" providerId="LiveId" clId="{9ED6B819-0255-4FF0-BED6-31F24E7F3D0B}" dt="2026-07-01T15:15:42.954" v="5941" actId="47"/>
        <pc:sldMkLst>
          <pc:docMk/>
          <pc:sldMk cId="2452529969" sldId="284"/>
        </pc:sldMkLst>
      </pc:sldChg>
      <pc:sldChg chg="modSp add del mod">
        <pc:chgData name="Luke Nobrega" userId="2c92349e476e655f" providerId="LiveId" clId="{9ED6B819-0255-4FF0-BED6-31F24E7F3D0B}" dt="2026-07-02T13:51:15.485" v="7224" actId="47"/>
        <pc:sldMkLst>
          <pc:docMk/>
          <pc:sldMk cId="4216581374" sldId="285"/>
        </pc:sldMkLst>
      </pc:sldChg>
      <pc:sldChg chg="addSp delSp modSp add mod">
        <pc:chgData name="Luke Nobrega" userId="2c92349e476e655f" providerId="LiveId" clId="{9ED6B819-0255-4FF0-BED6-31F24E7F3D0B}" dt="2026-07-02T14:45:44.329" v="7287" actId="1076"/>
        <pc:sldMkLst>
          <pc:docMk/>
          <pc:sldMk cId="3714726992" sldId="286"/>
        </pc:sldMkLst>
        <pc:spChg chg="mod">
          <ac:chgData name="Luke Nobrega" userId="2c92349e476e655f" providerId="LiveId" clId="{9ED6B819-0255-4FF0-BED6-31F24E7F3D0B}" dt="2026-07-02T13:51:24.245" v="7231" actId="20577"/>
          <ac:spMkLst>
            <pc:docMk/>
            <pc:sldMk cId="3714726992" sldId="286"/>
            <ac:spMk id="3" creationId="{6C447DAC-A927-5675-8A5D-EDFE22F213FB}"/>
          </ac:spMkLst>
        </pc:spChg>
        <pc:spChg chg="mod">
          <ac:chgData name="Luke Nobrega" userId="2c92349e476e655f" providerId="LiveId" clId="{9ED6B819-0255-4FF0-BED6-31F24E7F3D0B}" dt="2026-07-01T18:55:24.877" v="7020" actId="20577"/>
          <ac:spMkLst>
            <pc:docMk/>
            <pc:sldMk cId="3714726992" sldId="286"/>
            <ac:spMk id="7" creationId="{B798FBE7-C5F7-309D-38DA-1CF7A67B031C}"/>
          </ac:spMkLst>
        </pc:spChg>
        <pc:picChg chg="add mod">
          <ac:chgData name="Luke Nobrega" userId="2c92349e476e655f" providerId="LiveId" clId="{9ED6B819-0255-4FF0-BED6-31F24E7F3D0B}" dt="2026-07-02T14:45:44.329" v="7287" actId="1076"/>
          <ac:picMkLst>
            <pc:docMk/>
            <pc:sldMk cId="3714726992" sldId="286"/>
            <ac:picMk id="4" creationId="{D89ACEF3-A04B-4DE2-576E-3B5F4495F65A}"/>
          </ac:picMkLst>
        </pc:picChg>
        <pc:picChg chg="add del mod">
          <ac:chgData name="Luke Nobrega" userId="2c92349e476e655f" providerId="LiveId" clId="{9ED6B819-0255-4FF0-BED6-31F24E7F3D0B}" dt="2026-07-01T18:08:29.829" v="6037" actId="478"/>
          <ac:picMkLst>
            <pc:docMk/>
            <pc:sldMk cId="3714726992" sldId="286"/>
            <ac:picMk id="4" creationId="{E398D4DC-0110-BE84-ACAB-E115A73A0C1A}"/>
          </ac:picMkLst>
        </pc:picChg>
        <pc:picChg chg="add mod">
          <ac:chgData name="Luke Nobrega" userId="2c92349e476e655f" providerId="LiveId" clId="{9ED6B819-0255-4FF0-BED6-31F24E7F3D0B}" dt="2026-07-01T18:08:45.654" v="6046" actId="14100"/>
          <ac:picMkLst>
            <pc:docMk/>
            <pc:sldMk cId="3714726992" sldId="286"/>
            <ac:picMk id="5" creationId="{0D96A58C-8884-E45C-C460-8A6B9A38DC31}"/>
          </ac:picMkLst>
        </pc:picChg>
      </pc:sldChg>
      <pc:sldChg chg="addSp delSp modSp add mod">
        <pc:chgData name="Luke Nobrega" userId="2c92349e476e655f" providerId="LiveId" clId="{9ED6B819-0255-4FF0-BED6-31F24E7F3D0B}" dt="2026-07-02T14:45:54.911" v="7291" actId="1076"/>
        <pc:sldMkLst>
          <pc:docMk/>
          <pc:sldMk cId="3636376492" sldId="287"/>
        </pc:sldMkLst>
        <pc:spChg chg="add del mod">
          <ac:chgData name="Luke Nobrega" userId="2c92349e476e655f" providerId="LiveId" clId="{9ED6B819-0255-4FF0-BED6-31F24E7F3D0B}" dt="2026-07-02T13:51:29.779" v="7236" actId="20577"/>
          <ac:spMkLst>
            <pc:docMk/>
            <pc:sldMk cId="3636376492" sldId="287"/>
            <ac:spMk id="3" creationId="{A8F6EC9E-CA87-C9E3-AD3F-87DBEBFDDF97}"/>
          </ac:spMkLst>
        </pc:spChg>
        <pc:spChg chg="mod">
          <ac:chgData name="Luke Nobrega" userId="2c92349e476e655f" providerId="LiveId" clId="{9ED6B819-0255-4FF0-BED6-31F24E7F3D0B}" dt="2026-06-30T17:40:39.143" v="4355" actId="20577"/>
          <ac:spMkLst>
            <pc:docMk/>
            <pc:sldMk cId="3636376492" sldId="287"/>
            <ac:spMk id="7" creationId="{2E730BDC-1D98-11F2-0B81-4E3F9F5693E1}"/>
          </ac:spMkLst>
        </pc:spChg>
        <pc:picChg chg="add mod">
          <ac:chgData name="Luke Nobrega" userId="2c92349e476e655f" providerId="LiveId" clId="{9ED6B819-0255-4FF0-BED6-31F24E7F3D0B}" dt="2026-07-01T18:09:14.824" v="6053" actId="14100"/>
          <ac:picMkLst>
            <pc:docMk/>
            <pc:sldMk cId="3636376492" sldId="287"/>
            <ac:picMk id="4" creationId="{A73AE76B-9468-709B-E282-A9F08A8CC7FA}"/>
          </ac:picMkLst>
        </pc:picChg>
        <pc:picChg chg="add mod">
          <ac:chgData name="Luke Nobrega" userId="2c92349e476e655f" providerId="LiveId" clId="{9ED6B819-0255-4FF0-BED6-31F24E7F3D0B}" dt="2026-07-02T14:45:54.911" v="7291" actId="1076"/>
          <ac:picMkLst>
            <pc:docMk/>
            <pc:sldMk cId="3636376492" sldId="287"/>
            <ac:picMk id="5" creationId="{6B73CCD3-2314-6600-FD03-33CEE2E5E72D}"/>
          </ac:picMkLst>
        </pc:picChg>
        <pc:picChg chg="add del mod">
          <ac:chgData name="Luke Nobrega" userId="2c92349e476e655f" providerId="LiveId" clId="{9ED6B819-0255-4FF0-BED6-31F24E7F3D0B}" dt="2026-07-01T18:09:06.737" v="6047" actId="478"/>
          <ac:picMkLst>
            <pc:docMk/>
            <pc:sldMk cId="3636376492" sldId="287"/>
            <ac:picMk id="12" creationId="{594B824A-ED8C-510B-5AF8-E4CDDF6983E0}"/>
          </ac:picMkLst>
        </pc:picChg>
      </pc:sldChg>
      <pc:sldChg chg="addSp delSp modSp add del mod">
        <pc:chgData name="Luke Nobrega" userId="2c92349e476e655f" providerId="LiveId" clId="{9ED6B819-0255-4FF0-BED6-31F24E7F3D0B}" dt="2026-07-01T15:15:56.582" v="5942" actId="47"/>
        <pc:sldMkLst>
          <pc:docMk/>
          <pc:sldMk cId="735499664" sldId="288"/>
        </pc:sldMkLst>
      </pc:sldChg>
      <pc:sldChg chg="addSp delSp modSp add del mod">
        <pc:chgData name="Luke Nobrega" userId="2c92349e476e655f" providerId="LiveId" clId="{9ED6B819-0255-4FF0-BED6-31F24E7F3D0B}" dt="2026-07-01T15:16:00.484" v="5943" actId="47"/>
        <pc:sldMkLst>
          <pc:docMk/>
          <pc:sldMk cId="4093085950" sldId="289"/>
        </pc:sldMkLst>
      </pc:sldChg>
      <pc:sldChg chg="addSp delSp modSp add del mod">
        <pc:chgData name="Luke Nobrega" userId="2c92349e476e655f" providerId="LiveId" clId="{9ED6B819-0255-4FF0-BED6-31F24E7F3D0B}" dt="2026-07-01T15:16:03.719" v="5944" actId="47"/>
        <pc:sldMkLst>
          <pc:docMk/>
          <pc:sldMk cId="1911845541" sldId="290"/>
        </pc:sldMkLst>
      </pc:sldChg>
      <pc:sldChg chg="addSp delSp modSp add del mod">
        <pc:chgData name="Luke Nobrega" userId="2c92349e476e655f" providerId="LiveId" clId="{9ED6B819-0255-4FF0-BED6-31F24E7F3D0B}" dt="2026-07-01T15:16:15.133" v="5945" actId="47"/>
        <pc:sldMkLst>
          <pc:docMk/>
          <pc:sldMk cId="4090155999" sldId="291"/>
        </pc:sldMkLst>
      </pc:sldChg>
      <pc:sldChg chg="addSp delSp modSp add del mod">
        <pc:chgData name="Luke Nobrega" userId="2c92349e476e655f" providerId="LiveId" clId="{9ED6B819-0255-4FF0-BED6-31F24E7F3D0B}" dt="2026-07-01T15:16:17.285" v="5946" actId="47"/>
        <pc:sldMkLst>
          <pc:docMk/>
          <pc:sldMk cId="1635760015" sldId="292"/>
        </pc:sldMkLst>
      </pc:sldChg>
      <pc:sldChg chg="addSp delSp modSp add del mod">
        <pc:chgData name="Luke Nobrega" userId="2c92349e476e655f" providerId="LiveId" clId="{9ED6B819-0255-4FF0-BED6-31F24E7F3D0B}" dt="2026-07-01T15:16:22.016" v="5947" actId="47"/>
        <pc:sldMkLst>
          <pc:docMk/>
          <pc:sldMk cId="3512364079" sldId="293"/>
        </pc:sldMkLst>
      </pc:sldChg>
      <pc:sldChg chg="addSp delSp modSp add del mod">
        <pc:chgData name="Luke Nobrega" userId="2c92349e476e655f" providerId="LiveId" clId="{9ED6B819-0255-4FF0-BED6-31F24E7F3D0B}" dt="2026-07-01T18:56:33.254" v="7021"/>
        <pc:sldMkLst>
          <pc:docMk/>
          <pc:sldMk cId="3871523192" sldId="294"/>
        </pc:sldMkLst>
        <pc:spChg chg="mod">
          <ac:chgData name="Luke Nobrega" userId="2c92349e476e655f" providerId="LiveId" clId="{9ED6B819-0255-4FF0-BED6-31F24E7F3D0B}" dt="2026-06-30T17:53:36.743" v="5041" actId="20577"/>
          <ac:spMkLst>
            <pc:docMk/>
            <pc:sldMk cId="3871523192" sldId="294"/>
            <ac:spMk id="3" creationId="{B1F80F7C-AEF9-C42E-CA10-5DD2D77C5AA8}"/>
          </ac:spMkLst>
        </pc:spChg>
        <pc:spChg chg="mod">
          <ac:chgData name="Luke Nobrega" userId="2c92349e476e655f" providerId="LiveId" clId="{9ED6B819-0255-4FF0-BED6-31F24E7F3D0B}" dt="2026-06-30T18:33:31.549" v="5936" actId="20577"/>
          <ac:spMkLst>
            <pc:docMk/>
            <pc:sldMk cId="3871523192" sldId="294"/>
            <ac:spMk id="7" creationId="{7116CD11-49D1-D182-79B3-D682CF078C9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2.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Brand Cover slide">
    <p:bg>
      <p:bgPr>
        <a:gradFill flip="none" rotWithShape="1">
          <a:gsLst>
            <a:gs pos="0">
              <a:schemeClr val="accent5"/>
            </a:gs>
            <a:gs pos="51000">
              <a:schemeClr val="accent4"/>
            </a:gs>
            <a:gs pos="100000">
              <a:schemeClr val="accent1"/>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202238"/>
            <a:ext cx="9144000" cy="685072"/>
          </a:xfrm>
        </p:spPr>
        <p:txBody>
          <a:bodyPr/>
          <a:lstStyle>
            <a:lvl1pPr marL="0" indent="0" algn="ctr">
              <a:buNone/>
              <a:defRPr sz="2400" b="0" i="0" spc="200" baseline="0">
                <a:solidFill>
                  <a:schemeClr val="bg1"/>
                </a:solidFill>
                <a:latin typeface="+mj-lt"/>
                <a:cs typeface="Georgia Pro Cond Semibold" panose="02040706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itle 1">
            <a:extLst>
              <a:ext uri="{FF2B5EF4-FFF2-40B4-BE49-F238E27FC236}">
                <a16:creationId xmlns:a16="http://schemas.microsoft.com/office/drawing/2014/main" id="{C9674E05-319C-DA7E-39E3-0CD92135CAA0}"/>
              </a:ext>
            </a:extLst>
          </p:cNvPr>
          <p:cNvSpPr>
            <a:spLocks noGrp="1"/>
          </p:cNvSpPr>
          <p:nvPr>
            <p:ph type="title" hasCustomPrompt="1"/>
          </p:nvPr>
        </p:nvSpPr>
        <p:spPr>
          <a:xfrm>
            <a:off x="838200" y="3632043"/>
            <a:ext cx="10515600" cy="1498758"/>
          </a:xfrm>
        </p:spPr>
        <p:txBody>
          <a:bodyPr anchor="ctr">
            <a:normAutofit/>
          </a:bodyPr>
          <a:lstStyle>
            <a:lvl1pPr algn="ctr">
              <a:defRPr sz="3600" b="1" i="0" spc="200" baseline="0">
                <a:solidFill>
                  <a:schemeClr val="bg1"/>
                </a:solidFill>
                <a:latin typeface="+mj-lt"/>
                <a:cs typeface="Georgia Pro" panose="02040502050405020303" pitchFamily="18" charset="0"/>
              </a:defRPr>
            </a:lvl1pPr>
          </a:lstStyle>
          <a:p>
            <a:r>
              <a:rPr lang="en-US"/>
              <a:t>CLICK TO EDIT MASTER TITLE STYLE</a:t>
            </a:r>
          </a:p>
        </p:txBody>
      </p:sp>
    </p:spTree>
    <p:extLst>
      <p:ext uri="{BB962C8B-B14F-4D97-AF65-F5344CB8AC3E}">
        <p14:creationId xmlns:p14="http://schemas.microsoft.com/office/powerpoint/2010/main" val="1683135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3_Brand Cover slide">
    <p:bg>
      <p:bgPr>
        <a:gradFill flip="none" rotWithShape="1">
          <a:gsLst>
            <a:gs pos="0">
              <a:schemeClr val="accent5"/>
            </a:gs>
            <a:gs pos="51000">
              <a:schemeClr val="accent4"/>
            </a:gs>
            <a:gs pos="100000">
              <a:schemeClr val="accent1"/>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202238"/>
            <a:ext cx="9144000" cy="685072"/>
          </a:xfrm>
        </p:spPr>
        <p:txBody>
          <a:bodyPr/>
          <a:lstStyle>
            <a:lvl1pPr marL="0" indent="0" algn="ctr">
              <a:buNone/>
              <a:defRPr sz="2400" b="0" i="0" spc="200" baseline="0">
                <a:solidFill>
                  <a:schemeClr val="bg1"/>
                </a:solidFill>
                <a:latin typeface="+mj-lt"/>
                <a:cs typeface="Georgia Pro Cond Semibold" panose="02040706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itle 1">
            <a:extLst>
              <a:ext uri="{FF2B5EF4-FFF2-40B4-BE49-F238E27FC236}">
                <a16:creationId xmlns:a16="http://schemas.microsoft.com/office/drawing/2014/main" id="{C9674E05-319C-DA7E-39E3-0CD92135CAA0}"/>
              </a:ext>
            </a:extLst>
          </p:cNvPr>
          <p:cNvSpPr>
            <a:spLocks noGrp="1"/>
          </p:cNvSpPr>
          <p:nvPr>
            <p:ph type="title" hasCustomPrompt="1"/>
          </p:nvPr>
        </p:nvSpPr>
        <p:spPr>
          <a:xfrm>
            <a:off x="838200" y="3439002"/>
            <a:ext cx="10515600" cy="2852737"/>
          </a:xfrm>
        </p:spPr>
        <p:txBody>
          <a:bodyPr anchor="ctr">
            <a:normAutofit/>
          </a:bodyPr>
          <a:lstStyle>
            <a:lvl1pPr algn="ctr">
              <a:defRPr sz="3600" b="1" i="0" spc="200" baseline="0">
                <a:solidFill>
                  <a:schemeClr val="bg1"/>
                </a:solidFill>
                <a:latin typeface="+mj-lt"/>
                <a:cs typeface="Georgia Pro" panose="02040502050405020303" pitchFamily="18" charset="0"/>
              </a:defRPr>
            </a:lvl1pPr>
          </a:lstStyle>
          <a:p>
            <a:r>
              <a:rPr lang="en-US"/>
              <a:t>CLICK TO EDIT MASTER TITLE STYLE</a:t>
            </a:r>
          </a:p>
        </p:txBody>
      </p:sp>
      <p:pic>
        <p:nvPicPr>
          <p:cNvPr id="4" name="Picture 3">
            <a:extLst>
              <a:ext uri="{FF2B5EF4-FFF2-40B4-BE49-F238E27FC236}">
                <a16:creationId xmlns:a16="http://schemas.microsoft.com/office/drawing/2014/main" id="{3F2345AE-EFED-FC22-05D4-11A02B65C9E3}"/>
              </a:ext>
            </a:extLst>
          </p:cNvPr>
          <p:cNvPicPr>
            <a:picLocks noChangeAspect="1"/>
          </p:cNvPicPr>
          <p:nvPr/>
        </p:nvPicPr>
        <p:blipFill rotWithShape="1">
          <a:blip r:embed="rId2" cstate="email">
            <a:duotone>
              <a:prstClr val="black"/>
              <a:srgbClr val="A5A5A5">
                <a:tint val="45000"/>
                <a:satMod val="400000"/>
              </a:srgbClr>
            </a:duotone>
            <a:alphaModFix amt="50000"/>
            <a:extLst>
              <a:ext uri="{28A0092B-C50C-407E-A947-70E740481C1C}">
                <a14:useLocalDpi xmlns:a14="http://schemas.microsoft.com/office/drawing/2010/main"/>
              </a:ext>
            </a:extLst>
          </a:blip>
          <a:srcRect r="404" b="19907"/>
          <a:stretch/>
        </p:blipFill>
        <p:spPr>
          <a:xfrm>
            <a:off x="-597578" y="465965"/>
            <a:ext cx="13387157" cy="3749040"/>
          </a:xfrm>
          <a:prstGeom prst="rect">
            <a:avLst/>
          </a:prstGeom>
        </p:spPr>
      </p:pic>
    </p:spTree>
    <p:extLst>
      <p:ext uri="{BB962C8B-B14F-4D97-AF65-F5344CB8AC3E}">
        <p14:creationId xmlns:p14="http://schemas.microsoft.com/office/powerpoint/2010/main" val="309753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_Brand Cover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915089"/>
            <a:ext cx="9144000" cy="685072"/>
          </a:xfrm>
        </p:spPr>
        <p:txBody>
          <a:bodyPr/>
          <a:lstStyle>
            <a:lvl1pPr marL="0" indent="0" algn="ctr">
              <a:buNone/>
              <a:defRPr sz="2000" b="0" i="0" spc="200" baseline="0">
                <a:solidFill>
                  <a:schemeClr val="tx1"/>
                </a:solidFill>
                <a:latin typeface="+mj-lt"/>
                <a:cs typeface="Georgia Pro Cond Semibold" panose="02040706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02.2024 BALTIMORE NATIONAL SALES MEETING</a:t>
            </a:r>
          </a:p>
        </p:txBody>
      </p:sp>
      <p:pic>
        <p:nvPicPr>
          <p:cNvPr id="6" name="Picture 5" descr="A black and white logo&#10;&#10;Description automatically generated">
            <a:extLst>
              <a:ext uri="{FF2B5EF4-FFF2-40B4-BE49-F238E27FC236}">
                <a16:creationId xmlns:a16="http://schemas.microsoft.com/office/drawing/2014/main" id="{E928F9DD-E214-BD69-E1DD-D00C77B8D8BB}"/>
              </a:ext>
            </a:extLst>
          </p:cNvPr>
          <p:cNvPicPr>
            <a:picLocks noChangeAspect="1"/>
          </p:cNvPicPr>
          <p:nvPr/>
        </p:nvPicPr>
        <p:blipFill>
          <a:blip r:embed="rId2"/>
          <a:stretch>
            <a:fillRect/>
          </a:stretch>
        </p:blipFill>
        <p:spPr>
          <a:xfrm>
            <a:off x="193548" y="1449324"/>
            <a:ext cx="11804904" cy="3959352"/>
          </a:xfrm>
          <a:prstGeom prst="rect">
            <a:avLst/>
          </a:prstGeom>
        </p:spPr>
      </p:pic>
    </p:spTree>
    <p:extLst>
      <p:ext uri="{BB962C8B-B14F-4D97-AF65-F5344CB8AC3E}">
        <p14:creationId xmlns:p14="http://schemas.microsoft.com/office/powerpoint/2010/main" val="375897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594289-0265-8843-BB4B-C13796E4B36E}"/>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DCB296-D9B7-B247-BCC1-13B5EC07D052}"/>
              </a:ext>
            </a:extLst>
          </p:cNvPr>
          <p:cNvSpPr>
            <a:spLocks noGrp="1"/>
          </p:cNvSpPr>
          <p:nvPr>
            <p:ph type="ctrTitle" hasCustomPrompt="1"/>
          </p:nvPr>
        </p:nvSpPr>
        <p:spPr>
          <a:xfrm>
            <a:off x="1089991" y="3860803"/>
            <a:ext cx="10012017" cy="1452878"/>
          </a:xfrm>
        </p:spPr>
        <p:txBody>
          <a:bodyPr anchor="b">
            <a:normAutofit/>
          </a:bodyPr>
          <a:lstStyle>
            <a:lvl1pPr algn="ctr">
              <a:defRPr sz="3200" b="1" i="0" spc="200" baseline="0">
                <a:solidFill>
                  <a:schemeClr val="bg1"/>
                </a:solidFill>
                <a:latin typeface="+mj-lt"/>
                <a:cs typeface="Arial Narrow"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753946"/>
            <a:ext cx="9144000" cy="707806"/>
          </a:xfrm>
        </p:spPr>
        <p:txBody>
          <a:bodyPr/>
          <a:lstStyle>
            <a:lvl1pPr marL="0" indent="0" algn="ctr">
              <a:buNone/>
              <a:defRPr sz="2400" b="0" i="0" spc="200" baseline="0">
                <a:solidFill>
                  <a:schemeClr val="bg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E8532963-DF3C-E844-883E-C51C31C67639}"/>
              </a:ext>
            </a:extLst>
          </p:cNvPr>
          <p:cNvCxnSpPr/>
          <p:nvPr/>
        </p:nvCxnSpPr>
        <p:spPr>
          <a:xfrm>
            <a:off x="4899378" y="5533813"/>
            <a:ext cx="204328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42F3DC27-5449-5844-B6C8-5E1CA3F0ED4A}"/>
              </a:ext>
            </a:extLst>
          </p:cNvPr>
          <p:cNvPicPr>
            <a:picLocks noChangeAspect="1"/>
          </p:cNvPicPr>
          <p:nvPr/>
        </p:nvPicPr>
        <p:blipFill>
          <a:blip r:embed="rId3"/>
          <a:stretch>
            <a:fillRect/>
          </a:stretch>
        </p:blipFill>
        <p:spPr>
          <a:xfrm>
            <a:off x="3227832" y="1936314"/>
            <a:ext cx="5797296" cy="1869010"/>
          </a:xfrm>
          <a:prstGeom prst="rect">
            <a:avLst/>
          </a:prstGeom>
        </p:spPr>
      </p:pic>
    </p:spTree>
    <p:extLst>
      <p:ext uri="{BB962C8B-B14F-4D97-AF65-F5344CB8AC3E}">
        <p14:creationId xmlns:p14="http://schemas.microsoft.com/office/powerpoint/2010/main" val="2951090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Photo Title Sl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947BF9-6882-C741-A6F5-6027DDFDCE30}"/>
              </a:ext>
            </a:extLst>
          </p:cNvPr>
          <p:cNvSpPr/>
          <p:nvPr/>
        </p:nvSpPr>
        <p:spPr>
          <a:xfrm>
            <a:off x="177588" y="2238376"/>
            <a:ext cx="4022938" cy="238124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 name="Title 1">
            <a:extLst>
              <a:ext uri="{FF2B5EF4-FFF2-40B4-BE49-F238E27FC236}">
                <a16:creationId xmlns:a16="http://schemas.microsoft.com/office/drawing/2014/main" id="{B9DCB296-D9B7-B247-BCC1-13B5EC07D052}"/>
              </a:ext>
            </a:extLst>
          </p:cNvPr>
          <p:cNvSpPr>
            <a:spLocks noGrp="1"/>
          </p:cNvSpPr>
          <p:nvPr>
            <p:ph type="ctrTitle" hasCustomPrompt="1"/>
          </p:nvPr>
        </p:nvSpPr>
        <p:spPr>
          <a:xfrm>
            <a:off x="452594" y="2319594"/>
            <a:ext cx="3472926" cy="1002472"/>
          </a:xfrm>
        </p:spPr>
        <p:txBody>
          <a:bodyPr anchor="b">
            <a:noAutofit/>
          </a:bodyPr>
          <a:lstStyle>
            <a:lvl1pPr algn="l">
              <a:defRPr sz="2000" b="1" i="0" spc="200" baseline="0">
                <a:solidFill>
                  <a:schemeClr val="accent1"/>
                </a:solidFill>
                <a:latin typeface="+mj-lt"/>
                <a:cs typeface="Georgia Pro" panose="02040502050405020303"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452594" y="3535933"/>
            <a:ext cx="3472926" cy="488379"/>
          </a:xfrm>
        </p:spPr>
        <p:txBody>
          <a:bodyPr/>
          <a:lstStyle>
            <a:lvl1pPr marL="0" indent="0" algn="l">
              <a:buNone/>
              <a:defRPr sz="1600" b="0" i="0" spc="200" baseline="0">
                <a:solidFill>
                  <a:schemeClr val="tx1"/>
                </a:solidFill>
                <a:latin typeface="+mj-lt"/>
                <a:cs typeface="Verdana Pro"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E8532963-DF3C-E844-883E-C51C31C67639}"/>
              </a:ext>
            </a:extLst>
          </p:cNvPr>
          <p:cNvCxnSpPr>
            <a:cxnSpLocks/>
          </p:cNvCxnSpPr>
          <p:nvPr/>
        </p:nvCxnSpPr>
        <p:spPr>
          <a:xfrm flipV="1">
            <a:off x="673037" y="3428999"/>
            <a:ext cx="1373008" cy="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DA334883-BA96-933A-2D90-25B2BFF59F1A}"/>
              </a:ext>
            </a:extLst>
          </p:cNvPr>
          <p:cNvSpPr>
            <a:spLocks noGrp="1"/>
          </p:cNvSpPr>
          <p:nvPr>
            <p:ph idx="11" hasCustomPrompt="1"/>
          </p:nvPr>
        </p:nvSpPr>
        <p:spPr>
          <a:xfrm>
            <a:off x="0" y="0"/>
            <a:ext cx="12192000" cy="6858000"/>
          </a:xfrm>
        </p:spPr>
        <p:txBody>
          <a:bodyPr/>
          <a:lstStyle>
            <a:lvl1pPr>
              <a:defRPr lang="en-US" sz="2000" b="1" i="0" kern="1200" cap="all" spc="100" baseline="0" dirty="0">
                <a:solidFill>
                  <a:schemeClr val="accent1"/>
                </a:solidFill>
                <a:latin typeface="+mj-lt"/>
                <a:ea typeface="+mn-ea"/>
                <a:cs typeface="Georgia" panose="02040502050405020303" pitchFamily="18" charset="0"/>
              </a:defRPr>
            </a:lvl1pPr>
            <a:lvl2pPr>
              <a:defRPr b="0" i="0">
                <a:latin typeface="Verdana Pro Cond Semibold" panose="020B0706030504040204" pitchFamily="34" charset="0"/>
                <a:ea typeface="Tahoma" panose="020B0604030504040204" pitchFamily="34" charset="0"/>
                <a:cs typeface="Tahoma" panose="020B0604030504040204" pitchFamily="34" charset="0"/>
              </a:defRPr>
            </a:lvl2pPr>
            <a:lvl3pPr>
              <a:defRPr b="0" i="0">
                <a:latin typeface="+mn-lt"/>
                <a:ea typeface="Tahoma" panose="020B0604030504040204" pitchFamily="34" charset="0"/>
                <a:cs typeface="Tahoma" panose="020B0604030504040204" pitchFamily="34" charset="0"/>
              </a:defRPr>
            </a:lvl3pPr>
            <a:lvl4pPr>
              <a:defRPr b="0" i="0">
                <a:latin typeface="+mn-lt"/>
                <a:ea typeface="Tahoma" panose="020B0604030504040204" pitchFamily="34" charset="0"/>
                <a:cs typeface="Tahoma" panose="020B0604030504040204" pitchFamily="34" charset="0"/>
              </a:defRPr>
            </a:lvl4pPr>
            <a:lvl5pPr>
              <a:defRPr b="0" i="0">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Insert photo background </a:t>
            </a:r>
          </a:p>
        </p:txBody>
      </p:sp>
    </p:spTree>
    <p:extLst>
      <p:ext uri="{BB962C8B-B14F-4D97-AF65-F5344CB8AC3E}">
        <p14:creationId xmlns:p14="http://schemas.microsoft.com/office/powerpoint/2010/main" val="3379765892"/>
      </p:ext>
    </p:extLst>
  </p:cSld>
  <p:clrMapOvr>
    <a:masterClrMapping/>
  </p:clrMapOvr>
  <p:extLst>
    <p:ext uri="{DCECCB84-F9BA-43D5-87BE-67443E8EF086}">
      <p15:sldGuideLst xmlns:p15="http://schemas.microsoft.com/office/powerpoint/2012/main">
        <p15:guide id="1" pos="7440">
          <p15:clr>
            <a:srgbClr val="FBAE40"/>
          </p15:clr>
        </p15:guide>
        <p15:guide id="2" pos="240">
          <p15:clr>
            <a:srgbClr val="FBAE40"/>
          </p15:clr>
        </p15:guide>
        <p15:guide id="3" orient="horz" pos="4080">
          <p15:clr>
            <a:srgbClr val="FBAE40"/>
          </p15:clr>
        </p15:guide>
        <p15:guide id="4" orient="horz" pos="2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10CBE-6A8F-8F49-9804-99E287DB1235}"/>
              </a:ext>
            </a:extLst>
          </p:cNvPr>
          <p:cNvSpPr>
            <a:spLocks noGrp="1"/>
          </p:cNvSpPr>
          <p:nvPr>
            <p:ph idx="1"/>
          </p:nvPr>
        </p:nvSpPr>
        <p:spPr>
          <a:xfrm>
            <a:off x="527745" y="1212975"/>
            <a:ext cx="11207055" cy="5033916"/>
          </a:xfrm>
        </p:spPr>
        <p:txBody>
          <a:bodyPr/>
          <a:lstStyle>
            <a:lvl1pPr>
              <a:defRPr lang="en-US" sz="2000" b="0" i="0" kern="1200" cap="all" spc="100" baseline="0" dirty="0">
                <a:solidFill>
                  <a:schemeClr val="accent1"/>
                </a:solidFill>
                <a:latin typeface="+mj-lt"/>
                <a:ea typeface="+mn-ea"/>
                <a:cs typeface="Georgia" panose="02040502050405020303" pitchFamily="18" charset="0"/>
              </a:defRPr>
            </a:lvl1pPr>
            <a:lvl2pPr>
              <a:defRPr b="0" i="0">
                <a:latin typeface="Verdana" panose="020B0604030504040204" pitchFamily="34" charset="0"/>
                <a:ea typeface="Verdana" panose="020B0604030504040204" pitchFamily="34" charset="0"/>
                <a:cs typeface="Tahoma" panose="020B0604030504040204" pitchFamily="34" charset="0"/>
              </a:defRPr>
            </a:lvl2pPr>
            <a:lvl3pPr>
              <a:defRPr b="0" i="0">
                <a:latin typeface="Verdana" panose="020B0604030504040204" pitchFamily="34" charset="0"/>
                <a:ea typeface="Verdana" panose="020B0604030504040204" pitchFamily="34" charset="0"/>
                <a:cs typeface="Tahoma" panose="020B0604030504040204" pitchFamily="34" charset="0"/>
              </a:defRPr>
            </a:lvl3pPr>
            <a:lvl4pPr>
              <a:defRPr b="0" i="0">
                <a:latin typeface="Verdana" panose="020B0604030504040204" pitchFamily="34" charset="0"/>
                <a:ea typeface="Verdana" panose="020B0604030504040204" pitchFamily="34" charset="0"/>
                <a:cs typeface="Tahoma" panose="020B0604030504040204" pitchFamily="34" charset="0"/>
              </a:defRPr>
            </a:lvl4pPr>
            <a:lvl5pPr>
              <a:defRPr b="0" i="0">
                <a:latin typeface="Verdana" panose="020B0604030504040204" pitchFamily="34" charset="0"/>
                <a:ea typeface="Verdan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cxnSp>
        <p:nvCxnSpPr>
          <p:cNvPr id="9" name="Straight Connector 8">
            <a:extLst>
              <a:ext uri="{FF2B5EF4-FFF2-40B4-BE49-F238E27FC236}">
                <a16:creationId xmlns:a16="http://schemas.microsoft.com/office/drawing/2014/main" id="{974A32C6-C86E-DF4D-982E-86B932F3AC8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56EC3485-18BD-6348-8813-4AAC86D920CB}"/>
              </a:ext>
            </a:extLst>
          </p:cNvPr>
          <p:cNvSpPr>
            <a:spLocks noGrp="1"/>
          </p:cNvSpPr>
          <p:nvPr>
            <p:ph type="title"/>
          </p:nvPr>
        </p:nvSpPr>
        <p:spPr/>
        <p:txBody>
          <a:bodyPr/>
          <a:lstStyle/>
          <a:p>
            <a:r>
              <a:rPr lang="en-US"/>
              <a:t>Click to edit Master title style</a:t>
            </a:r>
          </a:p>
        </p:txBody>
      </p:sp>
      <p:pic>
        <p:nvPicPr>
          <p:cNvPr id="2" name="Picture 1">
            <a:extLst>
              <a:ext uri="{FF2B5EF4-FFF2-40B4-BE49-F238E27FC236}">
                <a16:creationId xmlns:a16="http://schemas.microsoft.com/office/drawing/2014/main" id="{99111359-2A3A-B8CE-A2C7-C79E38476F9F}"/>
              </a:ext>
            </a:extLst>
          </p:cNvPr>
          <p:cNvPicPr>
            <a:picLocks noChangeAspect="1"/>
          </p:cNvPicPr>
          <p:nvPr/>
        </p:nvPicPr>
        <p:blipFill>
          <a:blip r:embed="rId2"/>
          <a:stretch>
            <a:fillRect/>
          </a:stretch>
        </p:blipFill>
        <p:spPr>
          <a:xfrm>
            <a:off x="0" y="3018119"/>
            <a:ext cx="11174937" cy="3755461"/>
          </a:xfrm>
          <a:prstGeom prst="rect">
            <a:avLst/>
          </a:prstGeom>
        </p:spPr>
      </p:pic>
    </p:spTree>
    <p:extLst>
      <p:ext uri="{BB962C8B-B14F-4D97-AF65-F5344CB8AC3E}">
        <p14:creationId xmlns:p14="http://schemas.microsoft.com/office/powerpoint/2010/main" val="3502566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10CBE-6A8F-8F49-9804-99E287DB1235}"/>
              </a:ext>
            </a:extLst>
          </p:cNvPr>
          <p:cNvSpPr>
            <a:spLocks noGrp="1"/>
          </p:cNvSpPr>
          <p:nvPr>
            <p:ph idx="1"/>
          </p:nvPr>
        </p:nvSpPr>
        <p:spPr>
          <a:xfrm>
            <a:off x="527745" y="1212975"/>
            <a:ext cx="11207055" cy="5033916"/>
          </a:xfrm>
        </p:spPr>
        <p:txBody>
          <a:bodyPr/>
          <a:lstStyle>
            <a:lvl1pPr>
              <a:defRPr lang="en-US" sz="2000" b="0" i="0" kern="1200" cap="all" spc="100" baseline="0" dirty="0">
                <a:solidFill>
                  <a:schemeClr val="accent1"/>
                </a:solidFill>
                <a:latin typeface="+mj-lt"/>
                <a:ea typeface="+mn-ea"/>
                <a:cs typeface="Georgia" panose="02040502050405020303" pitchFamily="18" charset="0"/>
              </a:defRPr>
            </a:lvl1pPr>
            <a:lvl2pPr>
              <a:defRPr b="0" i="0">
                <a:latin typeface="Verdana" panose="020B0604030504040204" pitchFamily="34" charset="0"/>
                <a:ea typeface="Verdana" panose="020B0604030504040204" pitchFamily="34" charset="0"/>
                <a:cs typeface="Tahoma" panose="020B0604030504040204" pitchFamily="34" charset="0"/>
              </a:defRPr>
            </a:lvl2pPr>
            <a:lvl3pPr>
              <a:defRPr b="0" i="0">
                <a:latin typeface="Verdana" panose="020B0604030504040204" pitchFamily="34" charset="0"/>
                <a:ea typeface="Verdana" panose="020B0604030504040204" pitchFamily="34" charset="0"/>
                <a:cs typeface="Tahoma" panose="020B0604030504040204" pitchFamily="34" charset="0"/>
              </a:defRPr>
            </a:lvl3pPr>
            <a:lvl4pPr>
              <a:defRPr b="0" i="0">
                <a:latin typeface="Verdana" panose="020B0604030504040204" pitchFamily="34" charset="0"/>
                <a:ea typeface="Verdana" panose="020B0604030504040204" pitchFamily="34" charset="0"/>
                <a:cs typeface="Tahoma" panose="020B0604030504040204" pitchFamily="34" charset="0"/>
              </a:defRPr>
            </a:lvl4pPr>
            <a:lvl5pPr>
              <a:defRPr b="0" i="0">
                <a:latin typeface="Verdana" panose="020B0604030504040204" pitchFamily="34" charset="0"/>
                <a:ea typeface="Verdan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cxnSp>
        <p:nvCxnSpPr>
          <p:cNvPr id="9" name="Straight Connector 8">
            <a:extLst>
              <a:ext uri="{FF2B5EF4-FFF2-40B4-BE49-F238E27FC236}">
                <a16:creationId xmlns:a16="http://schemas.microsoft.com/office/drawing/2014/main" id="{974A32C6-C86E-DF4D-982E-86B932F3AC8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56EC3485-18BD-6348-8813-4AAC86D920CB}"/>
              </a:ext>
            </a:extLst>
          </p:cNvPr>
          <p:cNvSpPr>
            <a:spLocks noGrp="1"/>
          </p:cNvSpPr>
          <p:nvPr>
            <p:ph type="title"/>
          </p:nvPr>
        </p:nvSpPr>
        <p:spPr/>
        <p:txBody>
          <a:bodyPr/>
          <a:lstStyle/>
          <a:p>
            <a:r>
              <a:rPr lang="en-US"/>
              <a:t>Click to edit Master title style</a:t>
            </a:r>
          </a:p>
        </p:txBody>
      </p:sp>
      <p:pic>
        <p:nvPicPr>
          <p:cNvPr id="5" name="Picture 4">
            <a:extLst>
              <a:ext uri="{FF2B5EF4-FFF2-40B4-BE49-F238E27FC236}">
                <a16:creationId xmlns:a16="http://schemas.microsoft.com/office/drawing/2014/main" id="{40C181E8-D38C-4655-3848-3B36E7DC3058}"/>
              </a:ext>
            </a:extLst>
          </p:cNvPr>
          <p:cNvPicPr>
            <a:picLocks noChangeAspect="1"/>
          </p:cNvPicPr>
          <p:nvPr/>
        </p:nvPicPr>
        <p:blipFill>
          <a:blip r:embed="rId2"/>
          <a:stretch>
            <a:fillRect/>
          </a:stretch>
        </p:blipFill>
        <p:spPr>
          <a:xfrm>
            <a:off x="380246" y="6206473"/>
            <a:ext cx="1560711" cy="518205"/>
          </a:xfrm>
          <a:prstGeom prst="rect">
            <a:avLst/>
          </a:prstGeom>
        </p:spPr>
      </p:pic>
    </p:spTree>
    <p:extLst>
      <p:ext uri="{BB962C8B-B14F-4D97-AF65-F5344CB8AC3E}">
        <p14:creationId xmlns:p14="http://schemas.microsoft.com/office/powerpoint/2010/main" val="3873586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10CBE-6A8F-8F49-9804-99E287DB1235}"/>
              </a:ext>
            </a:extLst>
          </p:cNvPr>
          <p:cNvSpPr>
            <a:spLocks noGrp="1"/>
          </p:cNvSpPr>
          <p:nvPr>
            <p:ph idx="1"/>
          </p:nvPr>
        </p:nvSpPr>
        <p:spPr>
          <a:xfrm>
            <a:off x="527745" y="1212975"/>
            <a:ext cx="11207055" cy="5033916"/>
          </a:xfrm>
        </p:spPr>
        <p:txBody>
          <a:bodyPr/>
          <a:lstStyle>
            <a:lvl1pPr>
              <a:defRPr lang="en-US" sz="2000" b="0" i="0" kern="1200" cap="all" spc="100" baseline="0" dirty="0">
                <a:solidFill>
                  <a:schemeClr val="accent1"/>
                </a:solidFill>
                <a:latin typeface="+mj-lt"/>
                <a:ea typeface="+mn-ea"/>
                <a:cs typeface="Georgia" panose="02040502050405020303" pitchFamily="18" charset="0"/>
              </a:defRPr>
            </a:lvl1pPr>
            <a:lvl2pPr>
              <a:defRPr b="0" i="0">
                <a:latin typeface="Verdana" panose="020B0604030504040204" pitchFamily="34" charset="0"/>
                <a:ea typeface="Verdana" panose="020B0604030504040204" pitchFamily="34" charset="0"/>
                <a:cs typeface="Tahoma" panose="020B0604030504040204" pitchFamily="34" charset="0"/>
              </a:defRPr>
            </a:lvl2pPr>
            <a:lvl3pPr>
              <a:defRPr b="0" i="0">
                <a:latin typeface="Verdana" panose="020B0604030504040204" pitchFamily="34" charset="0"/>
                <a:ea typeface="Verdana" panose="020B0604030504040204" pitchFamily="34" charset="0"/>
                <a:cs typeface="Tahoma" panose="020B0604030504040204" pitchFamily="34" charset="0"/>
              </a:defRPr>
            </a:lvl3pPr>
            <a:lvl4pPr>
              <a:defRPr b="0" i="0">
                <a:latin typeface="Verdana" panose="020B0604030504040204" pitchFamily="34" charset="0"/>
                <a:ea typeface="Verdana" panose="020B0604030504040204" pitchFamily="34" charset="0"/>
                <a:cs typeface="Tahoma" panose="020B0604030504040204" pitchFamily="34" charset="0"/>
              </a:defRPr>
            </a:lvl4pPr>
            <a:lvl5pPr>
              <a:defRPr b="0" i="0">
                <a:latin typeface="Verdana" panose="020B0604030504040204" pitchFamily="34" charset="0"/>
                <a:ea typeface="Verdan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cxnSp>
        <p:nvCxnSpPr>
          <p:cNvPr id="9" name="Straight Connector 8">
            <a:extLst>
              <a:ext uri="{FF2B5EF4-FFF2-40B4-BE49-F238E27FC236}">
                <a16:creationId xmlns:a16="http://schemas.microsoft.com/office/drawing/2014/main" id="{974A32C6-C86E-DF4D-982E-86B932F3AC8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56EC3485-18BD-6348-8813-4AAC86D920CB}"/>
              </a:ext>
            </a:extLst>
          </p:cNvPr>
          <p:cNvSpPr>
            <a:spLocks noGrp="1"/>
          </p:cNvSpPr>
          <p:nvPr>
            <p:ph type="title"/>
          </p:nvPr>
        </p:nvSpPr>
        <p:spPr/>
        <p:txBody>
          <a:bodyPr/>
          <a:lstStyle/>
          <a:p>
            <a:r>
              <a:rPr lang="en-US"/>
              <a:t>Click to edit Master title style</a:t>
            </a:r>
          </a:p>
        </p:txBody>
      </p:sp>
      <p:cxnSp>
        <p:nvCxnSpPr>
          <p:cNvPr id="5" name="Straight Connector 4">
            <a:extLst>
              <a:ext uri="{FF2B5EF4-FFF2-40B4-BE49-F238E27FC236}">
                <a16:creationId xmlns:a16="http://schemas.microsoft.com/office/drawing/2014/main" id="{90A3AD93-718B-41A1-D9AD-2C08EB087412}"/>
              </a:ext>
            </a:extLst>
          </p:cNvPr>
          <p:cNvCxnSpPr/>
          <p:nvPr/>
        </p:nvCxnSpPr>
        <p:spPr>
          <a:xfrm>
            <a:off x="1003300" y="5842000"/>
            <a:ext cx="10160000" cy="0"/>
          </a:xfrm>
          <a:prstGeom prst="line">
            <a:avLst/>
          </a:prstGeom>
        </p:spPr>
        <p:style>
          <a:lnRef idx="2">
            <a:schemeClr val="dk1"/>
          </a:lnRef>
          <a:fillRef idx="0">
            <a:schemeClr val="dk1"/>
          </a:fillRef>
          <a:effectRef idx="1">
            <a:schemeClr val="dk1"/>
          </a:effectRef>
          <a:fontRef idx="minor">
            <a:schemeClr val="tx1"/>
          </a:fontRef>
        </p:style>
      </p:cxnSp>
      <p:pic>
        <p:nvPicPr>
          <p:cNvPr id="6" name="Google Shape;920;p80">
            <a:extLst>
              <a:ext uri="{FF2B5EF4-FFF2-40B4-BE49-F238E27FC236}">
                <a16:creationId xmlns:a16="http://schemas.microsoft.com/office/drawing/2014/main" id="{3051FB6C-AA23-641A-07ED-96F4AEE63E61}"/>
              </a:ext>
            </a:extLst>
          </p:cNvPr>
          <p:cNvPicPr preferRelativeResize="0">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8326785" y="6059739"/>
            <a:ext cx="936817" cy="457200"/>
          </a:xfrm>
          <a:prstGeom prst="rect">
            <a:avLst/>
          </a:prstGeom>
          <a:noFill/>
          <a:ln>
            <a:noFill/>
          </a:ln>
        </p:spPr>
      </p:pic>
      <p:pic>
        <p:nvPicPr>
          <p:cNvPr id="7" name="Picture 6">
            <a:extLst>
              <a:ext uri="{FF2B5EF4-FFF2-40B4-BE49-F238E27FC236}">
                <a16:creationId xmlns:a16="http://schemas.microsoft.com/office/drawing/2014/main" id="{BBF759E2-117E-2CF0-DAC0-E293A057E3DC}"/>
              </a:ext>
            </a:extLst>
          </p:cNvPr>
          <p:cNvPicPr>
            <a:picLocks noChangeAspect="1"/>
          </p:cNvPicPr>
          <p:nvPr/>
        </p:nvPicPr>
        <p:blipFill rotWithShape="1">
          <a:blip r:embed="rId3">
            <a:extLst>
              <a:ext uri="{28A0092B-C50C-407E-A947-70E740481C1C}">
                <a14:useLocalDpi xmlns:a14="http://schemas.microsoft.com/office/drawing/2010/main" val="0"/>
              </a:ext>
            </a:extLst>
          </a:blip>
          <a:srcRect t="39090" b="41216"/>
          <a:stretch/>
        </p:blipFill>
        <p:spPr>
          <a:xfrm>
            <a:off x="1308100" y="6151179"/>
            <a:ext cx="1857162" cy="365760"/>
          </a:xfrm>
          <a:prstGeom prst="rect">
            <a:avLst/>
          </a:prstGeom>
        </p:spPr>
      </p:pic>
      <p:pic>
        <p:nvPicPr>
          <p:cNvPr id="8" name="Picture 7">
            <a:extLst>
              <a:ext uri="{FF2B5EF4-FFF2-40B4-BE49-F238E27FC236}">
                <a16:creationId xmlns:a16="http://schemas.microsoft.com/office/drawing/2014/main" id="{799AF492-8994-EF70-DAD7-8CC46A155FE7}"/>
              </a:ext>
            </a:extLst>
          </p:cNvPr>
          <p:cNvPicPr>
            <a:picLocks noChangeAspect="1"/>
          </p:cNvPicPr>
          <p:nvPr/>
        </p:nvPicPr>
        <p:blipFill rotWithShape="1">
          <a:blip r:embed="rId4"/>
          <a:srcRect l="10404" t="23643" r="12057" b="32410"/>
          <a:stretch/>
        </p:blipFill>
        <p:spPr>
          <a:xfrm>
            <a:off x="3234983" y="6151179"/>
            <a:ext cx="1042938" cy="332328"/>
          </a:xfrm>
          <a:prstGeom prst="rect">
            <a:avLst/>
          </a:prstGeom>
        </p:spPr>
      </p:pic>
      <p:pic>
        <p:nvPicPr>
          <p:cNvPr id="10" name="Picture 9">
            <a:extLst>
              <a:ext uri="{FF2B5EF4-FFF2-40B4-BE49-F238E27FC236}">
                <a16:creationId xmlns:a16="http://schemas.microsoft.com/office/drawing/2014/main" id="{3BC3074A-E783-9522-BA89-6CAC23F355C6}"/>
              </a:ext>
            </a:extLst>
          </p:cNvPr>
          <p:cNvPicPr>
            <a:picLocks noChangeAspect="1"/>
          </p:cNvPicPr>
          <p:nvPr/>
        </p:nvPicPr>
        <p:blipFill rotWithShape="1">
          <a:blip r:embed="rId5"/>
          <a:srcRect l="5400" r="4916"/>
          <a:stretch/>
        </p:blipFill>
        <p:spPr>
          <a:xfrm>
            <a:off x="4355961" y="6059739"/>
            <a:ext cx="1326591" cy="457200"/>
          </a:xfrm>
          <a:prstGeom prst="rect">
            <a:avLst/>
          </a:prstGeom>
        </p:spPr>
      </p:pic>
      <p:pic>
        <p:nvPicPr>
          <p:cNvPr id="11" name="Immagine 37" descr="Immagine che contiene testo, Carattere, Elementi grafici, logo&#10;&#10;Descrizione generata automaticamente">
            <a:extLst>
              <a:ext uri="{FF2B5EF4-FFF2-40B4-BE49-F238E27FC236}">
                <a16:creationId xmlns:a16="http://schemas.microsoft.com/office/drawing/2014/main" id="{BB256799-C259-205B-55C3-EC003AFBABD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49712" y="6059739"/>
            <a:ext cx="1384551" cy="365760"/>
          </a:xfrm>
          <a:prstGeom prst="rect">
            <a:avLst/>
          </a:prstGeom>
        </p:spPr>
      </p:pic>
      <p:pic>
        <p:nvPicPr>
          <p:cNvPr id="12" name="Picture 11">
            <a:extLst>
              <a:ext uri="{FF2B5EF4-FFF2-40B4-BE49-F238E27FC236}">
                <a16:creationId xmlns:a16="http://schemas.microsoft.com/office/drawing/2014/main" id="{585ED133-5898-0D19-FF3A-59EC07AEA8B9}"/>
              </a:ext>
            </a:extLst>
          </p:cNvPr>
          <p:cNvPicPr>
            <a:picLocks noChangeAspect="1"/>
          </p:cNvPicPr>
          <p:nvPr/>
        </p:nvPicPr>
        <p:blipFill>
          <a:blip r:embed="rId7"/>
          <a:stretch>
            <a:fillRect/>
          </a:stretch>
        </p:blipFill>
        <p:spPr>
          <a:xfrm>
            <a:off x="5809493" y="6035477"/>
            <a:ext cx="1094925" cy="457200"/>
          </a:xfrm>
          <a:prstGeom prst="rect">
            <a:avLst/>
          </a:prstGeom>
        </p:spPr>
      </p:pic>
      <p:pic>
        <p:nvPicPr>
          <p:cNvPr id="13" name="Picture 12">
            <a:extLst>
              <a:ext uri="{FF2B5EF4-FFF2-40B4-BE49-F238E27FC236}">
                <a16:creationId xmlns:a16="http://schemas.microsoft.com/office/drawing/2014/main" id="{98A24C7A-B65F-B27E-C2E1-2062F172A032}"/>
              </a:ext>
            </a:extLst>
          </p:cNvPr>
          <p:cNvPicPr>
            <a:picLocks noChangeAspect="1"/>
          </p:cNvPicPr>
          <p:nvPr/>
        </p:nvPicPr>
        <p:blipFill>
          <a:blip r:embed="rId8"/>
          <a:stretch>
            <a:fillRect/>
          </a:stretch>
        </p:blipFill>
        <p:spPr>
          <a:xfrm>
            <a:off x="7031359" y="6048177"/>
            <a:ext cx="1075845" cy="457200"/>
          </a:xfrm>
          <a:prstGeom prst="rect">
            <a:avLst/>
          </a:prstGeom>
        </p:spPr>
      </p:pic>
    </p:spTree>
    <p:extLst>
      <p:ext uri="{BB962C8B-B14F-4D97-AF65-F5344CB8AC3E}">
        <p14:creationId xmlns:p14="http://schemas.microsoft.com/office/powerpoint/2010/main" val="3269268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10CBE-6A8F-8F49-9804-99E287DB1235}"/>
              </a:ext>
            </a:extLst>
          </p:cNvPr>
          <p:cNvSpPr>
            <a:spLocks noGrp="1"/>
          </p:cNvSpPr>
          <p:nvPr>
            <p:ph idx="1"/>
          </p:nvPr>
        </p:nvSpPr>
        <p:spPr>
          <a:xfrm>
            <a:off x="527745" y="1212975"/>
            <a:ext cx="11207055" cy="5033916"/>
          </a:xfrm>
        </p:spPr>
        <p:txBody>
          <a:bodyPr/>
          <a:lstStyle>
            <a:lvl1pPr>
              <a:defRPr lang="en-US" sz="2000" b="0" i="0" kern="1200" cap="all" spc="100" baseline="0" dirty="0">
                <a:solidFill>
                  <a:schemeClr val="accent1"/>
                </a:solidFill>
                <a:latin typeface="+mj-lt"/>
                <a:ea typeface="+mn-ea"/>
                <a:cs typeface="Georgia" panose="02040502050405020303" pitchFamily="18" charset="0"/>
              </a:defRPr>
            </a:lvl1pPr>
            <a:lvl2pPr>
              <a:defRPr b="0" i="0">
                <a:latin typeface="Verdana" panose="020B0604030504040204" pitchFamily="34" charset="0"/>
                <a:ea typeface="Verdana" panose="020B0604030504040204" pitchFamily="34" charset="0"/>
                <a:cs typeface="Tahoma" panose="020B0604030504040204" pitchFamily="34" charset="0"/>
              </a:defRPr>
            </a:lvl2pPr>
            <a:lvl3pPr>
              <a:defRPr b="0" i="0">
                <a:latin typeface="Verdana" panose="020B0604030504040204" pitchFamily="34" charset="0"/>
                <a:ea typeface="Verdana" panose="020B0604030504040204" pitchFamily="34" charset="0"/>
                <a:cs typeface="Tahoma" panose="020B0604030504040204" pitchFamily="34" charset="0"/>
              </a:defRPr>
            </a:lvl3pPr>
            <a:lvl4pPr>
              <a:defRPr b="0" i="0">
                <a:latin typeface="Verdana" panose="020B0604030504040204" pitchFamily="34" charset="0"/>
                <a:ea typeface="Verdana" panose="020B0604030504040204" pitchFamily="34" charset="0"/>
                <a:cs typeface="Tahoma" panose="020B0604030504040204" pitchFamily="34" charset="0"/>
              </a:defRPr>
            </a:lvl4pPr>
            <a:lvl5pPr>
              <a:defRPr b="0" i="0">
                <a:latin typeface="Verdana" panose="020B0604030504040204" pitchFamily="34" charset="0"/>
                <a:ea typeface="Verdan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cxnSp>
        <p:nvCxnSpPr>
          <p:cNvPr id="9" name="Straight Connector 8">
            <a:extLst>
              <a:ext uri="{FF2B5EF4-FFF2-40B4-BE49-F238E27FC236}">
                <a16:creationId xmlns:a16="http://schemas.microsoft.com/office/drawing/2014/main" id="{974A32C6-C86E-DF4D-982E-86B932F3AC8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56EC3485-18BD-6348-8813-4AAC86D920CB}"/>
              </a:ext>
            </a:extLst>
          </p:cNvPr>
          <p:cNvSpPr>
            <a:spLocks noGrp="1"/>
          </p:cNvSpPr>
          <p:nvPr>
            <p:ph type="title"/>
          </p:nvPr>
        </p:nvSpPr>
        <p:spPr/>
        <p:txBody>
          <a:bodyPr/>
          <a:lstStyle/>
          <a:p>
            <a:r>
              <a:rPr lang="en-US"/>
              <a:t>Click to edit Master title style</a:t>
            </a:r>
          </a:p>
        </p:txBody>
      </p:sp>
      <p:pic>
        <p:nvPicPr>
          <p:cNvPr id="5" name="Picture 4">
            <a:extLst>
              <a:ext uri="{FF2B5EF4-FFF2-40B4-BE49-F238E27FC236}">
                <a16:creationId xmlns:a16="http://schemas.microsoft.com/office/drawing/2014/main" id="{A5A15187-1341-DFE9-3E9B-F438342F26CF}"/>
              </a:ext>
            </a:extLst>
          </p:cNvPr>
          <p:cNvPicPr>
            <a:picLocks noChangeAspect="1"/>
          </p:cNvPicPr>
          <p:nvPr/>
        </p:nvPicPr>
        <p:blipFill>
          <a:blip r:embed="rId2"/>
          <a:stretch>
            <a:fillRect/>
          </a:stretch>
        </p:blipFill>
        <p:spPr>
          <a:xfrm>
            <a:off x="0" y="3102539"/>
            <a:ext cx="4316342" cy="3755461"/>
          </a:xfrm>
          <a:prstGeom prst="rect">
            <a:avLst/>
          </a:prstGeom>
        </p:spPr>
      </p:pic>
    </p:spTree>
    <p:extLst>
      <p:ext uri="{BB962C8B-B14F-4D97-AF65-F5344CB8AC3E}">
        <p14:creationId xmlns:p14="http://schemas.microsoft.com/office/powerpoint/2010/main" val="3502694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_Lef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6" y="1014984"/>
            <a:ext cx="5712737"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5"/>
            <a:ext cx="5256367" cy="5033916"/>
          </a:xfrm>
        </p:spPr>
        <p:txBody>
          <a:bodyPr/>
          <a:lstStyle>
            <a:lvl1pPr>
              <a:defRPr lang="en-US" sz="2000" b="1" i="0" kern="1200" cap="all" spc="100" baseline="0" dirty="0">
                <a:solidFill>
                  <a:schemeClr val="accent1"/>
                </a:solidFill>
                <a:latin typeface="Georgia" panose="02040502050405020303" pitchFamily="18" charset="0"/>
                <a:ea typeface="+mn-ea"/>
                <a:cs typeface="Georgia" panose="02040502050405020303" pitchFamily="18" charset="0"/>
              </a:defRPr>
            </a:lvl1pPr>
            <a:lvl2pPr>
              <a:defRPr b="0" i="0" u="none">
                <a:latin typeface="Verdana Pro Cond Semibold" panose="020B0706030504040204" pitchFamily="34" charset="0"/>
                <a:ea typeface="Tahoma" panose="020B0604030504040204" pitchFamily="34" charset="0"/>
                <a:cs typeface="Tahoma" panose="020B0604030504040204" pitchFamily="34" charset="0"/>
              </a:defRPr>
            </a:lvl2pPr>
            <a:lvl3pPr>
              <a:defRPr b="0" i="0" u="none">
                <a:latin typeface="+mn-lt"/>
                <a:ea typeface="Tahoma" panose="020B0604030504040204" pitchFamily="34" charset="0"/>
                <a:cs typeface="Tahoma" panose="020B0604030504040204" pitchFamily="34" charset="0"/>
              </a:defRPr>
            </a:lvl3pPr>
            <a:lvl4pPr>
              <a:defRPr b="0" i="0" u="none">
                <a:latin typeface="+mn-lt"/>
                <a:ea typeface="Tahoma" panose="020B0604030504040204" pitchFamily="34" charset="0"/>
                <a:cs typeface="Tahoma" panose="020B0604030504040204" pitchFamily="34" charset="0"/>
              </a:defRPr>
            </a:lvl4pPr>
            <a:lvl5pPr>
              <a:defRPr b="0" i="0" u="none">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6471683" y="1212975"/>
            <a:ext cx="5256367" cy="5033916"/>
          </a:xfrm>
        </p:spPr>
        <p:txBody>
          <a:bodyPr/>
          <a:lstStyle>
            <a:lvl1pPr>
              <a:defRPr lang="en-US" sz="2000" b="1" i="0" kern="1200" cap="all" spc="100" baseline="0" dirty="0">
                <a:solidFill>
                  <a:schemeClr val="accent1"/>
                </a:solidFill>
                <a:latin typeface="+mj-lt"/>
                <a:ea typeface="+mn-ea"/>
                <a:cs typeface="Georgia" panose="02040502050405020303" pitchFamily="18" charset="0"/>
              </a:defRPr>
            </a:lvl1pPr>
            <a:lvl2pPr>
              <a:defRPr b="0" i="0">
                <a:latin typeface="Verdana Pro Cond Semibold" panose="020B0706030504040204" pitchFamily="34" charset="0"/>
                <a:ea typeface="Tahoma" panose="020B0604030504040204" pitchFamily="34" charset="0"/>
                <a:cs typeface="Tahoma" panose="020B0604030504040204" pitchFamily="34" charset="0"/>
              </a:defRPr>
            </a:lvl2pPr>
            <a:lvl3pPr>
              <a:defRPr b="0" i="0">
                <a:latin typeface="+mn-lt"/>
                <a:ea typeface="Tahoma" panose="020B0604030504040204" pitchFamily="34" charset="0"/>
                <a:cs typeface="Tahoma" panose="020B0604030504040204" pitchFamily="34" charset="0"/>
              </a:defRPr>
            </a:lvl3pPr>
            <a:lvl4pPr>
              <a:defRPr b="0" i="0">
                <a:latin typeface="+mn-lt"/>
                <a:ea typeface="Tahoma" panose="020B0604030504040204" pitchFamily="34" charset="0"/>
                <a:cs typeface="Tahoma" panose="020B0604030504040204" pitchFamily="34" charset="0"/>
              </a:defRPr>
            </a:lvl4pPr>
            <a:lvl5pPr>
              <a:defRPr b="0" i="0">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pic>
        <p:nvPicPr>
          <p:cNvPr id="5" name="Picture 4">
            <a:extLst>
              <a:ext uri="{FF2B5EF4-FFF2-40B4-BE49-F238E27FC236}">
                <a16:creationId xmlns:a16="http://schemas.microsoft.com/office/drawing/2014/main" id="{4AB43A3B-D062-1042-0F16-64E3683E025C}"/>
              </a:ext>
            </a:extLst>
          </p:cNvPr>
          <p:cNvPicPr>
            <a:picLocks noChangeAspect="1"/>
          </p:cNvPicPr>
          <p:nvPr/>
        </p:nvPicPr>
        <p:blipFill>
          <a:blip r:embed="rId2"/>
          <a:stretch>
            <a:fillRect/>
          </a:stretch>
        </p:blipFill>
        <p:spPr>
          <a:xfrm>
            <a:off x="10248258" y="6246891"/>
            <a:ext cx="1557461" cy="523147"/>
          </a:xfrm>
          <a:prstGeom prst="rect">
            <a:avLst/>
          </a:prstGeom>
        </p:spPr>
      </p:pic>
    </p:spTree>
    <p:extLst>
      <p:ext uri="{BB962C8B-B14F-4D97-AF65-F5344CB8AC3E}">
        <p14:creationId xmlns:p14="http://schemas.microsoft.com/office/powerpoint/2010/main" val="844742399"/>
      </p:ext>
    </p:extLst>
  </p:cSld>
  <p:clrMapOvr>
    <a:masterClrMapping/>
  </p:clrMapOvr>
  <p:extLst>
    <p:ext uri="{DCECCB84-F9BA-43D5-87BE-67443E8EF086}">
      <p15:sldGuideLst xmlns:p15="http://schemas.microsoft.com/office/powerpoint/2012/main">
        <p15:guide id="1" pos="240">
          <p15:clr>
            <a:srgbClr val="FBAE40"/>
          </p15:clr>
        </p15:guide>
        <p15:guide id="2" orient="horz" pos="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81AF6F-14AB-E24D-A94C-A258A758E50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EC0281-053D-AD4C-AFCD-AE7B7EB194B0}"/>
              </a:ext>
            </a:extLst>
          </p:cNvPr>
          <p:cNvSpPr>
            <a:spLocks noGrp="1"/>
          </p:cNvSpPr>
          <p:nvPr>
            <p:ph type="title" hasCustomPrompt="1"/>
          </p:nvPr>
        </p:nvSpPr>
        <p:spPr>
          <a:xfrm>
            <a:off x="838200" y="1934897"/>
            <a:ext cx="10515600" cy="2852737"/>
          </a:xfrm>
        </p:spPr>
        <p:txBody>
          <a:bodyPr anchor="ctr">
            <a:normAutofit/>
          </a:bodyPr>
          <a:lstStyle>
            <a:lvl1pPr algn="ctr">
              <a:defRPr sz="4400" b="1" i="0" spc="200" baseline="0">
                <a:solidFill>
                  <a:schemeClr val="bg1"/>
                </a:solidFill>
                <a:latin typeface="+mj-lt"/>
                <a:cs typeface="Arial Narrow"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83636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_Left Fill + 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6" y="1014984"/>
            <a:ext cx="5712737"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5"/>
            <a:ext cx="5256367" cy="5033916"/>
          </a:xfrm>
        </p:spPr>
        <p:txBody>
          <a:bodyPr/>
          <a:lstStyle>
            <a:lvl1pPr>
              <a:defRPr lang="en-US" sz="2000" b="1" i="0" kern="1200" cap="all" spc="100" baseline="0" dirty="0">
                <a:solidFill>
                  <a:schemeClr val="accent1"/>
                </a:solidFill>
                <a:latin typeface="+mj-lt"/>
                <a:ea typeface="+mn-ea"/>
                <a:cs typeface="Georgia" panose="02040502050405020303" pitchFamily="18" charset="0"/>
              </a:defRPr>
            </a:lvl1pPr>
            <a:lvl2pPr>
              <a:defRPr b="0" i="0">
                <a:latin typeface="Verdana Pro Cond Semibold" panose="020B0706030504040204" pitchFamily="34" charset="0"/>
                <a:ea typeface="Tahoma" panose="020B0604030504040204" pitchFamily="34" charset="0"/>
                <a:cs typeface="Tahoma" panose="020B0604030504040204" pitchFamily="34" charset="0"/>
              </a:defRPr>
            </a:lvl2pPr>
            <a:lvl3pPr>
              <a:defRPr b="0" i="0">
                <a:latin typeface="+mn-lt"/>
                <a:ea typeface="Tahoma" panose="020B0604030504040204" pitchFamily="34" charset="0"/>
                <a:cs typeface="Tahoma" panose="020B0604030504040204" pitchFamily="34" charset="0"/>
              </a:defRPr>
            </a:lvl3pPr>
            <a:lvl4pPr>
              <a:defRPr b="0" i="0">
                <a:latin typeface="+mn-lt"/>
                <a:ea typeface="Tahoma" panose="020B0604030504040204" pitchFamily="34" charset="0"/>
                <a:cs typeface="Tahoma" panose="020B0604030504040204" pitchFamily="34" charset="0"/>
              </a:defRPr>
            </a:lvl4pPr>
            <a:lvl5pPr>
              <a:defRPr b="0" i="0">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8" name="Picture Placeholder 3">
            <a:extLst>
              <a:ext uri="{FF2B5EF4-FFF2-40B4-BE49-F238E27FC236}">
                <a16:creationId xmlns:a16="http://schemas.microsoft.com/office/drawing/2014/main" id="{8A0850CC-8E76-F344-8C0E-D91A3B82151A}"/>
              </a:ext>
            </a:extLst>
          </p:cNvPr>
          <p:cNvSpPr>
            <a:spLocks noGrp="1"/>
          </p:cNvSpPr>
          <p:nvPr>
            <p:ph type="pic" sz="quarter" idx="13"/>
          </p:nvPr>
        </p:nvSpPr>
        <p:spPr>
          <a:xfrm>
            <a:off x="6096000" y="1014413"/>
            <a:ext cx="5710238" cy="5486400"/>
          </a:xfrm>
        </p:spPr>
        <p:txBody>
          <a:bodyPr anchor="ctr"/>
          <a:lstStyle>
            <a:lvl1pPr algn="ctr">
              <a:defRPr/>
            </a:lvl1pPr>
          </a:lstStyle>
          <a:p>
            <a:r>
              <a:rPr lang="en-US"/>
              <a:t>Click icon to add picture</a:t>
            </a:r>
          </a:p>
        </p:txBody>
      </p:sp>
      <p:pic>
        <p:nvPicPr>
          <p:cNvPr id="5" name="Picture 4">
            <a:extLst>
              <a:ext uri="{FF2B5EF4-FFF2-40B4-BE49-F238E27FC236}">
                <a16:creationId xmlns:a16="http://schemas.microsoft.com/office/drawing/2014/main" id="{A34ED939-D04F-11F3-FA03-62DC2519DA96}"/>
              </a:ext>
            </a:extLst>
          </p:cNvPr>
          <p:cNvPicPr>
            <a:picLocks noChangeAspect="1"/>
          </p:cNvPicPr>
          <p:nvPr/>
        </p:nvPicPr>
        <p:blipFill>
          <a:blip r:embed="rId2"/>
          <a:stretch>
            <a:fillRect/>
          </a:stretch>
        </p:blipFill>
        <p:spPr>
          <a:xfrm>
            <a:off x="10248258" y="6239239"/>
            <a:ext cx="1557461" cy="523147"/>
          </a:xfrm>
          <a:prstGeom prst="rect">
            <a:avLst/>
          </a:prstGeom>
        </p:spPr>
      </p:pic>
    </p:spTree>
    <p:extLst>
      <p:ext uri="{BB962C8B-B14F-4D97-AF65-F5344CB8AC3E}">
        <p14:creationId xmlns:p14="http://schemas.microsoft.com/office/powerpoint/2010/main" val="4167515768"/>
      </p:ext>
    </p:extLst>
  </p:cSld>
  <p:clrMapOvr>
    <a:masterClrMapping/>
  </p:clrMapOvr>
  <p:extLst>
    <p:ext uri="{DCECCB84-F9BA-43D5-87BE-67443E8EF086}">
      <p15:sldGuideLst xmlns:p15="http://schemas.microsoft.com/office/powerpoint/2012/main">
        <p15:guide id="1" pos="3840">
          <p15:clr>
            <a:srgbClr val="FBAE40"/>
          </p15:clr>
        </p15:guide>
        <p15:guide id="2" orient="horz" pos="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Thirds_Left Fill + 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5" y="1014984"/>
            <a:ext cx="7219233"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4" y="1212975"/>
            <a:ext cx="6858000" cy="5033916"/>
          </a:xfrm>
        </p:spPr>
        <p:txBody>
          <a:bodyPr/>
          <a:lstStyle>
            <a:lvl1pPr>
              <a:defRPr lang="en-US" sz="2000" b="1" i="0" kern="1200" cap="all" spc="100" baseline="0" dirty="0">
                <a:solidFill>
                  <a:schemeClr val="accent1"/>
                </a:solidFill>
                <a:latin typeface="+mj-lt"/>
                <a:ea typeface="+mn-ea"/>
                <a:cs typeface="Georgia" panose="02040502050405020303" pitchFamily="18" charset="0"/>
              </a:defRPr>
            </a:lvl1pPr>
            <a:lvl2pPr>
              <a:defRPr b="0" i="0">
                <a:latin typeface="Verdana Pro Cond Semibold" panose="020B0706030504040204" pitchFamily="34" charset="0"/>
                <a:ea typeface="Tahoma" panose="020B0604030504040204" pitchFamily="34" charset="0"/>
                <a:cs typeface="Tahoma" panose="020B0604030504040204" pitchFamily="34" charset="0"/>
              </a:defRPr>
            </a:lvl2pPr>
            <a:lvl3pPr>
              <a:defRPr b="0" i="0">
                <a:latin typeface="+mn-lt"/>
                <a:ea typeface="Tahoma" panose="020B0604030504040204" pitchFamily="34" charset="0"/>
                <a:cs typeface="Tahoma" panose="020B0604030504040204" pitchFamily="34" charset="0"/>
              </a:defRPr>
            </a:lvl3pPr>
            <a:lvl4pPr>
              <a:defRPr b="0" i="0">
                <a:latin typeface="+mn-lt"/>
                <a:ea typeface="Tahoma" panose="020B0604030504040204" pitchFamily="34" charset="0"/>
                <a:cs typeface="Tahoma" panose="020B0604030504040204" pitchFamily="34" charset="0"/>
              </a:defRPr>
            </a:lvl4pPr>
            <a:lvl5pPr>
              <a:defRPr b="0" i="0">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8" name="Picture Placeholder 3">
            <a:extLst>
              <a:ext uri="{FF2B5EF4-FFF2-40B4-BE49-F238E27FC236}">
                <a16:creationId xmlns:a16="http://schemas.microsoft.com/office/drawing/2014/main" id="{8A0850CC-8E76-F344-8C0E-D91A3B82151A}"/>
              </a:ext>
            </a:extLst>
          </p:cNvPr>
          <p:cNvSpPr>
            <a:spLocks noGrp="1"/>
          </p:cNvSpPr>
          <p:nvPr>
            <p:ph type="pic" sz="quarter" idx="13"/>
          </p:nvPr>
        </p:nvSpPr>
        <p:spPr>
          <a:xfrm>
            <a:off x="7599479" y="1014413"/>
            <a:ext cx="4206240" cy="5486400"/>
          </a:xfrm>
        </p:spPr>
        <p:txBody>
          <a:bodyPr anchor="ctr"/>
          <a:lstStyle>
            <a:lvl1pPr algn="ctr">
              <a:defRPr/>
            </a:lvl1pPr>
          </a:lstStyle>
          <a:p>
            <a:r>
              <a:rPr lang="en-US"/>
              <a:t>Click icon to add picture</a:t>
            </a:r>
          </a:p>
        </p:txBody>
      </p:sp>
      <p:pic>
        <p:nvPicPr>
          <p:cNvPr id="5" name="Picture 4">
            <a:extLst>
              <a:ext uri="{FF2B5EF4-FFF2-40B4-BE49-F238E27FC236}">
                <a16:creationId xmlns:a16="http://schemas.microsoft.com/office/drawing/2014/main" id="{809BF037-C72D-E856-E4D0-23ADFDC340AD}"/>
              </a:ext>
            </a:extLst>
          </p:cNvPr>
          <p:cNvPicPr>
            <a:picLocks noChangeAspect="1"/>
          </p:cNvPicPr>
          <p:nvPr/>
        </p:nvPicPr>
        <p:blipFill>
          <a:blip r:embed="rId2"/>
          <a:stretch>
            <a:fillRect/>
          </a:stretch>
        </p:blipFill>
        <p:spPr>
          <a:xfrm>
            <a:off x="10248258" y="6239239"/>
            <a:ext cx="1557461" cy="523147"/>
          </a:xfrm>
          <a:prstGeom prst="rect">
            <a:avLst/>
          </a:prstGeom>
        </p:spPr>
      </p:pic>
    </p:spTree>
    <p:extLst>
      <p:ext uri="{BB962C8B-B14F-4D97-AF65-F5344CB8AC3E}">
        <p14:creationId xmlns:p14="http://schemas.microsoft.com/office/powerpoint/2010/main" val="242111621"/>
      </p:ext>
    </p:extLst>
  </p:cSld>
  <p:clrMapOvr>
    <a:masterClrMapping/>
  </p:clrMapOvr>
  <p:extLst>
    <p:ext uri="{DCECCB84-F9BA-43D5-87BE-67443E8EF086}">
      <p15:sldGuideLst xmlns:p15="http://schemas.microsoft.com/office/powerpoint/2012/main">
        <p15:guide id="1" pos="4656">
          <p15:clr>
            <a:srgbClr val="FBAE40"/>
          </p15:clr>
        </p15:guide>
        <p15:guide id="2" orient="horz" pos="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_R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6092982" y="1014984"/>
            <a:ext cx="5712737"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lvl1pPr>
              <a:defRPr sz="3600">
                <a:latin typeface="Verdana Pro Semibold" panose="020B0704030504040204" pitchFamily="34" charset="0"/>
              </a:defRPr>
            </a:lvl1p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5"/>
            <a:ext cx="5256367" cy="5033916"/>
          </a:xfrm>
        </p:spPr>
        <p:txBody>
          <a:bodyPr/>
          <a:lstStyle>
            <a:lvl1pPr>
              <a:defRPr lang="en-US" sz="2000" b="1" i="0" kern="1200" cap="all" spc="100" baseline="0" dirty="0">
                <a:solidFill>
                  <a:schemeClr val="accent1"/>
                </a:solidFill>
                <a:latin typeface="Verdana Pro Semibold" panose="020B0704030504040204" pitchFamily="34" charset="0"/>
                <a:ea typeface="+mn-ea"/>
                <a:cs typeface="Verdana Pro Semibold" panose="020B0704030504040204" pitchFamily="34" charset="0"/>
              </a:defRPr>
            </a:lvl1pPr>
            <a:lvl2pPr>
              <a:defRPr b="0" i="0">
                <a:latin typeface="Verdana Pro Cond Semibold" panose="020B0706030504040204" pitchFamily="34" charset="0"/>
                <a:ea typeface="Tahoma" panose="020B0604030504040204" pitchFamily="34" charset="0"/>
                <a:cs typeface="Tahoma" panose="020B0604030504040204" pitchFamily="34" charset="0"/>
              </a:defRPr>
            </a:lvl2pPr>
            <a:lvl3pPr>
              <a:defRPr b="0" i="0">
                <a:latin typeface="+mn-lt"/>
                <a:ea typeface="Tahoma" panose="020B0604030504040204" pitchFamily="34" charset="0"/>
                <a:cs typeface="Tahoma" panose="020B0604030504040204" pitchFamily="34" charset="0"/>
              </a:defRPr>
            </a:lvl3pPr>
            <a:lvl4pPr>
              <a:defRPr b="0" i="0">
                <a:latin typeface="+mn-lt"/>
                <a:ea typeface="Tahoma" panose="020B0604030504040204" pitchFamily="34" charset="0"/>
                <a:cs typeface="Tahoma" panose="020B0604030504040204" pitchFamily="34" charset="0"/>
              </a:defRPr>
            </a:lvl4pPr>
            <a:lvl5pPr>
              <a:defRPr b="0" i="0">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6471683" y="1212975"/>
            <a:ext cx="5256367" cy="5033916"/>
          </a:xfrm>
        </p:spPr>
        <p:txBody>
          <a:bodyPr/>
          <a:lstStyle>
            <a:lvl1pPr>
              <a:defRPr lang="en-US" sz="2000" b="1" i="0" kern="1200" cap="all" spc="100" baseline="0" dirty="0">
                <a:solidFill>
                  <a:schemeClr val="accent1"/>
                </a:solidFill>
                <a:latin typeface="Verdana Pro Semibold" panose="020B0704030504040204" pitchFamily="34" charset="0"/>
                <a:ea typeface="+mn-ea"/>
                <a:cs typeface="Verdana Pro Semibold" panose="020B0704030504040204" pitchFamily="34" charset="0"/>
              </a:defRPr>
            </a:lvl1pPr>
            <a:lvl2pPr>
              <a:defRPr b="0" i="0">
                <a:latin typeface="Verdana Pro Cond Semibold" panose="020B0706030504040204" pitchFamily="34" charset="0"/>
                <a:ea typeface="Tahoma" panose="020B0604030504040204" pitchFamily="34" charset="0"/>
                <a:cs typeface="Tahoma" panose="020B0604030504040204" pitchFamily="34" charset="0"/>
              </a:defRPr>
            </a:lvl2pPr>
            <a:lvl3pPr>
              <a:defRPr b="0" i="0">
                <a:latin typeface="+mn-lt"/>
                <a:ea typeface="Tahoma" panose="020B0604030504040204" pitchFamily="34" charset="0"/>
                <a:cs typeface="Tahoma" panose="020B0604030504040204" pitchFamily="34" charset="0"/>
              </a:defRPr>
            </a:lvl3pPr>
            <a:lvl4pPr>
              <a:defRPr b="0" i="0">
                <a:latin typeface="+mn-lt"/>
                <a:ea typeface="Tahoma" panose="020B0604030504040204" pitchFamily="34" charset="0"/>
                <a:cs typeface="Tahoma" panose="020B0604030504040204" pitchFamily="34" charset="0"/>
              </a:defRPr>
            </a:lvl4pPr>
            <a:lvl5pPr>
              <a:defRPr b="0" i="0">
                <a:latin typeface="+mn-lt"/>
                <a:ea typeface="Tahoma" panose="020B0604030504040204" pitchFamily="34" charset="0"/>
                <a:cs typeface="Tahoma" panose="020B0604030504040204" pitchFamily="34"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pic>
        <p:nvPicPr>
          <p:cNvPr id="5" name="Picture 4">
            <a:extLst>
              <a:ext uri="{FF2B5EF4-FFF2-40B4-BE49-F238E27FC236}">
                <a16:creationId xmlns:a16="http://schemas.microsoft.com/office/drawing/2014/main" id="{B8B769AE-6B6C-8E15-F7B3-3D6E9A3D645A}"/>
              </a:ext>
            </a:extLst>
          </p:cNvPr>
          <p:cNvPicPr>
            <a:picLocks noChangeAspect="1"/>
          </p:cNvPicPr>
          <p:nvPr/>
        </p:nvPicPr>
        <p:blipFill>
          <a:blip r:embed="rId2"/>
          <a:stretch>
            <a:fillRect/>
          </a:stretch>
        </p:blipFill>
        <p:spPr>
          <a:xfrm>
            <a:off x="380246" y="6239810"/>
            <a:ext cx="1557461" cy="523147"/>
          </a:xfrm>
          <a:prstGeom prst="rect">
            <a:avLst/>
          </a:prstGeom>
        </p:spPr>
      </p:pic>
    </p:spTree>
    <p:extLst>
      <p:ext uri="{BB962C8B-B14F-4D97-AF65-F5344CB8AC3E}">
        <p14:creationId xmlns:p14="http://schemas.microsoft.com/office/powerpoint/2010/main" val="2388651568"/>
      </p:ext>
    </p:extLst>
  </p:cSld>
  <p:clrMapOvr>
    <a:masterClrMapping/>
  </p:clrMapOvr>
  <p:extLst>
    <p:ext uri="{DCECCB84-F9BA-43D5-87BE-67443E8EF086}">
      <p15:sldGuideLst xmlns:p15="http://schemas.microsoft.com/office/powerpoint/2012/main">
        <p15:guide id="1" pos="3840">
          <p15:clr>
            <a:srgbClr val="FBAE40"/>
          </p15:clr>
        </p15:guide>
        <p15:guide id="2" orient="horz" pos="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Thirds_Lef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7" y="1014984"/>
            <a:ext cx="4206240"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5"/>
            <a:ext cx="3886200" cy="5033916"/>
          </a:xfrm>
        </p:spPr>
        <p:txBody>
          <a:bodyPr/>
          <a:lstStyle>
            <a:lvl1pPr>
              <a:defRPr lang="en-US" sz="2000" b="1" i="0" kern="1200" cap="all" spc="100" baseline="0" dirty="0">
                <a:solidFill>
                  <a:schemeClr val="accent1"/>
                </a:solidFill>
                <a:latin typeface="+mj-lt"/>
                <a:ea typeface="+mn-ea"/>
                <a:cs typeface="Arial Narrow" panose="020B0604020202020204" pitchFamily="34" charset="0"/>
              </a:defRPr>
            </a:lvl1pPr>
            <a:lvl2pPr>
              <a:defRPr b="0" i="0">
                <a:latin typeface="Verdana Pro Cond Semibold" panose="020B0706030504040204" pitchFamily="34" charset="0"/>
                <a:cs typeface="Times New Roman" panose="02020603050405020304" pitchFamily="18" charset="0"/>
              </a:defRPr>
            </a:lvl2pPr>
            <a:lvl3pPr>
              <a:defRPr b="0" i="0">
                <a:latin typeface="+mn-lt"/>
                <a:cs typeface="Times New Roman" panose="02020603050405020304" pitchFamily="18" charset="0"/>
              </a:defRPr>
            </a:lvl3pPr>
            <a:lvl4pPr>
              <a:defRPr b="0" i="0">
                <a:latin typeface="+mn-lt"/>
                <a:cs typeface="Times New Roman" panose="02020603050405020304" pitchFamily="18" charset="0"/>
              </a:defRPr>
            </a:lvl4pPr>
            <a:lvl5pPr>
              <a:defRPr b="0" i="0">
                <a:latin typeface="+mn-lt"/>
                <a:cs typeface="Times New Roman" panose="02020603050405020304" pitchFamily="18"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4733985" y="1212975"/>
            <a:ext cx="6994065" cy="5033916"/>
          </a:xfrm>
        </p:spPr>
        <p:txBody>
          <a:bodyPr/>
          <a:lstStyle>
            <a:lvl1pPr>
              <a:defRPr lang="en-US" sz="2000" b="1" i="0" kern="1200" cap="all" spc="100" baseline="0" dirty="0">
                <a:solidFill>
                  <a:schemeClr val="accent1"/>
                </a:solidFill>
                <a:latin typeface="+mj-lt"/>
                <a:ea typeface="+mn-ea"/>
                <a:cs typeface="Arial Narrow" panose="020B0604020202020204" pitchFamily="34" charset="0"/>
              </a:defRPr>
            </a:lvl1pPr>
            <a:lvl2pPr>
              <a:defRPr b="0" i="0">
                <a:latin typeface="Verdana Pro Cond Semibold" panose="020B0706030504040204" pitchFamily="34" charset="0"/>
                <a:cs typeface="Times New Roman" panose="02020603050405020304" pitchFamily="18" charset="0"/>
              </a:defRPr>
            </a:lvl2pPr>
            <a:lvl3pPr>
              <a:defRPr b="0" i="0">
                <a:latin typeface="+mn-lt"/>
                <a:cs typeface="Times New Roman" panose="02020603050405020304" pitchFamily="18" charset="0"/>
              </a:defRPr>
            </a:lvl3pPr>
            <a:lvl4pPr>
              <a:defRPr b="0" i="0">
                <a:latin typeface="+mn-lt"/>
                <a:cs typeface="Times New Roman" panose="02020603050405020304" pitchFamily="18" charset="0"/>
              </a:defRPr>
            </a:lvl4pPr>
            <a:lvl5pPr>
              <a:defRPr b="0" i="0">
                <a:latin typeface="+mn-lt"/>
                <a:cs typeface="Times New Roman" panose="02020603050405020304" pitchFamily="18"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pic>
        <p:nvPicPr>
          <p:cNvPr id="5" name="Picture 4">
            <a:extLst>
              <a:ext uri="{FF2B5EF4-FFF2-40B4-BE49-F238E27FC236}">
                <a16:creationId xmlns:a16="http://schemas.microsoft.com/office/drawing/2014/main" id="{996DE133-CF0D-7267-76B1-0DAA0D63380A}"/>
              </a:ext>
            </a:extLst>
          </p:cNvPr>
          <p:cNvPicPr>
            <a:picLocks noChangeAspect="1"/>
          </p:cNvPicPr>
          <p:nvPr/>
        </p:nvPicPr>
        <p:blipFill>
          <a:blip r:embed="rId2"/>
          <a:stretch>
            <a:fillRect/>
          </a:stretch>
        </p:blipFill>
        <p:spPr>
          <a:xfrm>
            <a:off x="10248258" y="6239810"/>
            <a:ext cx="1557461" cy="523147"/>
          </a:xfrm>
          <a:prstGeom prst="rect">
            <a:avLst/>
          </a:prstGeom>
        </p:spPr>
      </p:pic>
    </p:spTree>
    <p:extLst>
      <p:ext uri="{BB962C8B-B14F-4D97-AF65-F5344CB8AC3E}">
        <p14:creationId xmlns:p14="http://schemas.microsoft.com/office/powerpoint/2010/main" val="2006327661"/>
      </p:ext>
    </p:extLst>
  </p:cSld>
  <p:clrMapOvr>
    <a:masterClrMapping/>
  </p:clrMapOvr>
  <p:extLst>
    <p:ext uri="{DCECCB84-F9BA-43D5-87BE-67443E8EF086}">
      <p15:sldGuideLst xmlns:p15="http://schemas.microsoft.com/office/powerpoint/2012/main">
        <p15:guide id="1" pos="3840">
          <p15:clr>
            <a:srgbClr val="FBAE40"/>
          </p15:clr>
        </p15:guide>
        <p15:guide id="2" orient="horz" pos="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Thirds_R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7599479" y="1014984"/>
            <a:ext cx="4206240"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5"/>
            <a:ext cx="6858000" cy="5033916"/>
          </a:xfrm>
        </p:spPr>
        <p:txBody>
          <a:bodyPr/>
          <a:lstStyle>
            <a:lvl1pPr>
              <a:defRPr lang="en-US" sz="2000" b="1" i="0" kern="1200" cap="all" spc="100" baseline="0" dirty="0">
                <a:solidFill>
                  <a:schemeClr val="accent1"/>
                </a:solidFill>
                <a:latin typeface="+mj-lt"/>
                <a:ea typeface="+mn-ea"/>
                <a:cs typeface="Arial Narrow" panose="020B0604020202020204" pitchFamily="34" charset="0"/>
              </a:defRPr>
            </a:lvl1pPr>
            <a:lvl2pPr>
              <a:defRPr b="0" i="0">
                <a:latin typeface="Verdana Pro Cond Semibold" panose="020B0706030504040204" pitchFamily="34" charset="0"/>
                <a:cs typeface="Times New Roman" panose="02020603050405020304" pitchFamily="18" charset="0"/>
              </a:defRPr>
            </a:lvl2pPr>
            <a:lvl3pPr>
              <a:defRPr b="0" i="0">
                <a:latin typeface="+mn-lt"/>
                <a:cs typeface="Times New Roman" panose="02020603050405020304" pitchFamily="18" charset="0"/>
              </a:defRPr>
            </a:lvl3pPr>
            <a:lvl4pPr>
              <a:defRPr b="0" i="0">
                <a:latin typeface="+mn-lt"/>
                <a:cs typeface="Times New Roman" panose="02020603050405020304" pitchFamily="18" charset="0"/>
              </a:defRPr>
            </a:lvl4pPr>
            <a:lvl5pPr>
              <a:defRPr b="0" i="0">
                <a:latin typeface="+mn-lt"/>
                <a:cs typeface="Times New Roman" panose="02020603050405020304" pitchFamily="18"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7759499" y="1212975"/>
            <a:ext cx="3886200" cy="5033916"/>
          </a:xfrm>
        </p:spPr>
        <p:txBody>
          <a:bodyPr/>
          <a:lstStyle>
            <a:lvl1pPr>
              <a:defRPr lang="en-US" sz="2000" b="1" i="0" kern="1200" cap="all" spc="100" baseline="0" dirty="0">
                <a:solidFill>
                  <a:schemeClr val="accent1"/>
                </a:solidFill>
                <a:latin typeface="+mj-lt"/>
                <a:ea typeface="+mn-ea"/>
                <a:cs typeface="Arial Narrow" panose="020B0604020202020204" pitchFamily="34" charset="0"/>
              </a:defRPr>
            </a:lvl1pPr>
            <a:lvl2pPr>
              <a:defRPr b="0" i="0">
                <a:latin typeface="Verdana Pro Cond Semibold" panose="020B0706030504040204" pitchFamily="34" charset="0"/>
                <a:cs typeface="Times New Roman" panose="02020603050405020304" pitchFamily="18" charset="0"/>
              </a:defRPr>
            </a:lvl2pPr>
            <a:lvl3pPr>
              <a:defRPr b="0" i="0">
                <a:latin typeface="+mn-lt"/>
                <a:cs typeface="Times New Roman" panose="02020603050405020304" pitchFamily="18" charset="0"/>
              </a:defRPr>
            </a:lvl3pPr>
            <a:lvl4pPr>
              <a:defRPr b="0" i="0">
                <a:latin typeface="+mn-lt"/>
                <a:cs typeface="Times New Roman" panose="02020603050405020304" pitchFamily="18" charset="0"/>
              </a:defRPr>
            </a:lvl4pPr>
            <a:lvl5pPr>
              <a:defRPr b="0" i="0">
                <a:latin typeface="+mn-lt"/>
                <a:cs typeface="Times New Roman" panose="02020603050405020304" pitchFamily="18"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pic>
        <p:nvPicPr>
          <p:cNvPr id="5" name="Picture 4">
            <a:extLst>
              <a:ext uri="{FF2B5EF4-FFF2-40B4-BE49-F238E27FC236}">
                <a16:creationId xmlns:a16="http://schemas.microsoft.com/office/drawing/2014/main" id="{DD55AA52-86AB-1650-788D-E122BE599C10}"/>
              </a:ext>
            </a:extLst>
          </p:cNvPr>
          <p:cNvPicPr>
            <a:picLocks noChangeAspect="1"/>
          </p:cNvPicPr>
          <p:nvPr/>
        </p:nvPicPr>
        <p:blipFill>
          <a:blip r:embed="rId2"/>
          <a:stretch>
            <a:fillRect/>
          </a:stretch>
        </p:blipFill>
        <p:spPr>
          <a:xfrm>
            <a:off x="380246" y="6239810"/>
            <a:ext cx="1557461" cy="523147"/>
          </a:xfrm>
          <a:prstGeom prst="rect">
            <a:avLst/>
          </a:prstGeom>
        </p:spPr>
      </p:pic>
    </p:spTree>
    <p:extLst>
      <p:ext uri="{BB962C8B-B14F-4D97-AF65-F5344CB8AC3E}">
        <p14:creationId xmlns:p14="http://schemas.microsoft.com/office/powerpoint/2010/main" val="2498977511"/>
      </p:ext>
    </p:extLst>
  </p:cSld>
  <p:clrMapOvr>
    <a:masterClrMapping/>
  </p:clrMapOvr>
  <p:extLst>
    <p:ext uri="{DCECCB84-F9BA-43D5-87BE-67443E8EF086}">
      <p15:sldGuideLst xmlns:p15="http://schemas.microsoft.com/office/powerpoint/2012/main">
        <p15:guide id="1" pos="4656">
          <p15:clr>
            <a:srgbClr val="FBAE40"/>
          </p15:clr>
        </p15:guide>
        <p15:guide id="2" orient="horz" pos="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Thirds_Rt Fill + sub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7599479" y="1014984"/>
            <a:ext cx="4206240"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301751" y="1829177"/>
            <a:ext cx="7083994" cy="4417713"/>
          </a:xfrm>
        </p:spPr>
        <p:txBody>
          <a:bodyPr/>
          <a:lstStyle>
            <a:lvl1pPr>
              <a:defRPr lang="en-US" sz="2000" b="1" i="0" kern="1200" cap="all" spc="100" baseline="0" dirty="0">
                <a:solidFill>
                  <a:schemeClr val="accent1"/>
                </a:solidFill>
                <a:latin typeface="+mj-lt"/>
                <a:ea typeface="+mn-ea"/>
                <a:cs typeface="Arial Narrow" panose="020B0604020202020204" pitchFamily="34" charset="0"/>
              </a:defRPr>
            </a:lvl1pPr>
            <a:lvl2pPr>
              <a:defRPr b="0" i="0">
                <a:latin typeface="Verdana Pro Cond Semibold" panose="020B0706030504040204" pitchFamily="34" charset="0"/>
                <a:cs typeface="Times New Roman" panose="02020603050405020304" pitchFamily="18" charset="0"/>
              </a:defRPr>
            </a:lvl2pPr>
            <a:lvl3pPr>
              <a:defRPr b="0" i="0">
                <a:latin typeface="+mn-lt"/>
                <a:cs typeface="Times New Roman" panose="02020603050405020304" pitchFamily="18" charset="0"/>
              </a:defRPr>
            </a:lvl3pPr>
            <a:lvl4pPr>
              <a:defRPr b="0" i="0">
                <a:latin typeface="+mn-lt"/>
                <a:cs typeface="Times New Roman" panose="02020603050405020304" pitchFamily="18" charset="0"/>
              </a:defRPr>
            </a:lvl4pPr>
            <a:lvl5pPr>
              <a:defRPr b="0" i="0">
                <a:latin typeface="+mn-lt"/>
                <a:cs typeface="Times New Roman" panose="02020603050405020304" pitchFamily="18"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7759499" y="1212975"/>
            <a:ext cx="3886200" cy="5033916"/>
          </a:xfrm>
        </p:spPr>
        <p:txBody>
          <a:bodyPr/>
          <a:lstStyle>
            <a:lvl1pPr>
              <a:defRPr lang="en-US" sz="2000" b="1" i="0" kern="1200" cap="all" spc="100" baseline="0" dirty="0">
                <a:solidFill>
                  <a:schemeClr val="accent1"/>
                </a:solidFill>
                <a:latin typeface="+mj-lt"/>
                <a:ea typeface="+mn-ea"/>
                <a:cs typeface="Arial Narrow" panose="020B0604020202020204" pitchFamily="34" charset="0"/>
              </a:defRPr>
            </a:lvl1pPr>
            <a:lvl2pPr>
              <a:defRPr b="0" i="0">
                <a:latin typeface="Verdana Pro Cond Semibold" panose="020B0706030504040204" pitchFamily="34" charset="0"/>
                <a:cs typeface="Times New Roman" panose="02020603050405020304" pitchFamily="18" charset="0"/>
              </a:defRPr>
            </a:lvl2pPr>
            <a:lvl3pPr>
              <a:defRPr b="0" i="0">
                <a:latin typeface="+mn-lt"/>
                <a:cs typeface="Times New Roman" panose="02020603050405020304" pitchFamily="18" charset="0"/>
              </a:defRPr>
            </a:lvl3pPr>
            <a:lvl4pPr>
              <a:defRPr b="0" i="0">
                <a:latin typeface="+mn-lt"/>
                <a:cs typeface="Times New Roman" panose="02020603050405020304" pitchFamily="18" charset="0"/>
              </a:defRPr>
            </a:lvl4pPr>
            <a:lvl5pPr>
              <a:defRPr b="0" i="0">
                <a:latin typeface="+mn-lt"/>
                <a:cs typeface="Times New Roman" panose="02020603050405020304" pitchFamily="18" charset="0"/>
              </a:defRPr>
            </a:lvl5pPr>
          </a:lstStyle>
          <a:p>
            <a:pPr marL="0" lvl="0" indent="0" algn="l" defTabSz="914400" rtl="0" eaLnBrk="1" latinLnBrk="0" hangingPunct="1">
              <a:lnSpc>
                <a:spcPct val="100000"/>
              </a:lnSpc>
              <a:spcBef>
                <a:spcPts val="1800"/>
              </a:spcBef>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1800"/>
              </a:spcBef>
              <a:buFont typeface="Arial" panose="020B0604020202020204" pitchFamily="34" charset="0"/>
              <a:buNone/>
            </a:pPr>
            <a:r>
              <a:rPr lang="en-US"/>
              <a:t>Second level</a:t>
            </a:r>
          </a:p>
          <a:p>
            <a:pPr marL="0" lvl="2" indent="0" algn="l" defTabSz="914400" rtl="0" eaLnBrk="1" latinLnBrk="0" hangingPunct="1">
              <a:lnSpc>
                <a:spcPct val="100000"/>
              </a:lnSpc>
              <a:spcBef>
                <a:spcPts val="1800"/>
              </a:spcBef>
              <a:buFont typeface="Arial" panose="020B0604020202020204" pitchFamily="34" charset="0"/>
              <a:buNone/>
            </a:pPr>
            <a:r>
              <a:rPr lang="en-US"/>
              <a:t>Third level</a:t>
            </a:r>
          </a:p>
          <a:p>
            <a:pPr marL="0" lvl="3" indent="0" algn="l" defTabSz="914400" rtl="0" eaLnBrk="1" latinLnBrk="0" hangingPunct="1">
              <a:lnSpc>
                <a:spcPct val="100000"/>
              </a:lnSpc>
              <a:spcBef>
                <a:spcPts val="1800"/>
              </a:spcBef>
              <a:buFont typeface="Arial" panose="020B0604020202020204" pitchFamily="34" charset="0"/>
              <a:buNone/>
            </a:pPr>
            <a:r>
              <a:rPr lang="en-US"/>
              <a:t>Fourth level</a:t>
            </a:r>
          </a:p>
          <a:p>
            <a:pPr marL="0" lvl="4" indent="0" algn="l" defTabSz="914400" rtl="0" eaLnBrk="1" latinLnBrk="0" hangingPunct="1">
              <a:lnSpc>
                <a:spcPct val="100000"/>
              </a:lnSpc>
              <a:spcBef>
                <a:spcPts val="1800"/>
              </a:spcBef>
              <a:buFont typeface="Arial" panose="020B0604020202020204" pitchFamily="34" charset="0"/>
              <a:buNone/>
            </a:pPr>
            <a:r>
              <a:rPr lang="en-US"/>
              <a:t>Fifth level</a:t>
            </a:r>
          </a:p>
        </p:txBody>
      </p:sp>
      <p:sp>
        <p:nvSpPr>
          <p:cNvPr id="9" name="Subtitle 2">
            <a:extLst>
              <a:ext uri="{FF2B5EF4-FFF2-40B4-BE49-F238E27FC236}">
                <a16:creationId xmlns:a16="http://schemas.microsoft.com/office/drawing/2014/main" id="{A44F3DB1-4844-264B-941D-7734E718D68F}"/>
              </a:ext>
            </a:extLst>
          </p:cNvPr>
          <p:cNvSpPr>
            <a:spLocks noGrp="1"/>
          </p:cNvSpPr>
          <p:nvPr>
            <p:ph type="subTitle" idx="1" hasCustomPrompt="1"/>
          </p:nvPr>
        </p:nvSpPr>
        <p:spPr>
          <a:xfrm>
            <a:off x="301751" y="1066740"/>
            <a:ext cx="7083993" cy="447411"/>
          </a:xfrm>
        </p:spPr>
        <p:txBody>
          <a:bodyPr/>
          <a:lstStyle>
            <a:lvl1pPr marL="0" indent="0" algn="l">
              <a:buNone/>
              <a:defRPr sz="2000" b="0" i="0" spc="20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a:extLst>
              <a:ext uri="{FF2B5EF4-FFF2-40B4-BE49-F238E27FC236}">
                <a16:creationId xmlns:a16="http://schemas.microsoft.com/office/drawing/2014/main" id="{E3EAF4B5-A6A5-8FF5-F66A-AFB4C3DAC3CF}"/>
              </a:ext>
            </a:extLst>
          </p:cNvPr>
          <p:cNvPicPr>
            <a:picLocks noChangeAspect="1"/>
          </p:cNvPicPr>
          <p:nvPr/>
        </p:nvPicPr>
        <p:blipFill>
          <a:blip r:embed="rId2"/>
          <a:stretch>
            <a:fillRect/>
          </a:stretch>
        </p:blipFill>
        <p:spPr>
          <a:xfrm>
            <a:off x="0" y="3810000"/>
            <a:ext cx="3503221" cy="3048000"/>
          </a:xfrm>
          <a:prstGeom prst="rect">
            <a:avLst/>
          </a:prstGeom>
        </p:spPr>
      </p:pic>
    </p:spTree>
    <p:extLst>
      <p:ext uri="{BB962C8B-B14F-4D97-AF65-F5344CB8AC3E}">
        <p14:creationId xmlns:p14="http://schemas.microsoft.com/office/powerpoint/2010/main" val="1823047420"/>
      </p:ext>
    </p:extLst>
  </p:cSld>
  <p:clrMapOvr>
    <a:masterClrMapping/>
  </p:clrMapOvr>
  <p:extLst>
    <p:ext uri="{DCECCB84-F9BA-43D5-87BE-67443E8EF086}">
      <p15:sldGuideLst xmlns:p15="http://schemas.microsoft.com/office/powerpoint/2012/main">
        <p15:guide id="1" pos="4656">
          <p15:clr>
            <a:srgbClr val="FBAE40"/>
          </p15:clr>
        </p15:guide>
        <p15:guide id="2" orient="horz" pos="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a:extLst>
              <a:ext uri="{FF2B5EF4-FFF2-40B4-BE49-F238E27FC236}">
                <a16:creationId xmlns:a16="http://schemas.microsoft.com/office/drawing/2014/main" id="{3B635C21-9AD3-1D8C-F021-D0BCC392E118}"/>
              </a:ext>
            </a:extLst>
          </p:cNvPr>
          <p:cNvPicPr>
            <a:picLocks noChangeAspect="1"/>
          </p:cNvPicPr>
          <p:nvPr/>
        </p:nvPicPr>
        <p:blipFill>
          <a:blip r:embed="rId2"/>
          <a:stretch>
            <a:fillRect/>
          </a:stretch>
        </p:blipFill>
        <p:spPr>
          <a:xfrm>
            <a:off x="10248258" y="6226863"/>
            <a:ext cx="1557461" cy="523147"/>
          </a:xfrm>
          <a:prstGeom prst="rect">
            <a:avLst/>
          </a:prstGeom>
        </p:spPr>
      </p:pic>
    </p:spTree>
    <p:extLst>
      <p:ext uri="{BB962C8B-B14F-4D97-AF65-F5344CB8AC3E}">
        <p14:creationId xmlns:p14="http://schemas.microsoft.com/office/powerpoint/2010/main" val="41767224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itle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a:extLst>
              <a:ext uri="{FF2B5EF4-FFF2-40B4-BE49-F238E27FC236}">
                <a16:creationId xmlns:a16="http://schemas.microsoft.com/office/drawing/2014/main" id="{8D91971A-B8A3-5DA1-582E-A2B55DE172A4}"/>
              </a:ext>
            </a:extLst>
          </p:cNvPr>
          <p:cNvPicPr>
            <a:picLocks noChangeAspect="1"/>
          </p:cNvPicPr>
          <p:nvPr/>
        </p:nvPicPr>
        <p:blipFill>
          <a:blip r:embed="rId2"/>
          <a:stretch>
            <a:fillRect/>
          </a:stretch>
        </p:blipFill>
        <p:spPr>
          <a:xfrm>
            <a:off x="0" y="3102539"/>
            <a:ext cx="4316342" cy="3755461"/>
          </a:xfrm>
          <a:prstGeom prst="rect">
            <a:avLst/>
          </a:prstGeom>
        </p:spPr>
      </p:pic>
    </p:spTree>
    <p:extLst>
      <p:ext uri="{BB962C8B-B14F-4D97-AF65-F5344CB8AC3E}">
        <p14:creationId xmlns:p14="http://schemas.microsoft.com/office/powerpoint/2010/main" val="2352856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Title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3" name="Picture 2">
            <a:extLst>
              <a:ext uri="{FF2B5EF4-FFF2-40B4-BE49-F238E27FC236}">
                <a16:creationId xmlns:a16="http://schemas.microsoft.com/office/drawing/2014/main" id="{1089726F-4F32-44F5-E181-6EE406AEB8C4}"/>
              </a:ext>
            </a:extLst>
          </p:cNvPr>
          <p:cNvPicPr>
            <a:picLocks noChangeAspect="1"/>
          </p:cNvPicPr>
          <p:nvPr/>
        </p:nvPicPr>
        <p:blipFill>
          <a:blip r:embed="rId2"/>
          <a:stretch>
            <a:fillRect/>
          </a:stretch>
        </p:blipFill>
        <p:spPr>
          <a:xfrm>
            <a:off x="0" y="3102539"/>
            <a:ext cx="11174937" cy="3755461"/>
          </a:xfrm>
          <a:prstGeom prst="rect">
            <a:avLst/>
          </a:prstGeom>
        </p:spPr>
      </p:pic>
    </p:spTree>
    <p:extLst>
      <p:ext uri="{BB962C8B-B14F-4D97-AF65-F5344CB8AC3E}">
        <p14:creationId xmlns:p14="http://schemas.microsoft.com/office/powerpoint/2010/main" val="108698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itle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4" name="Straight Connector 3">
            <a:extLst>
              <a:ext uri="{FF2B5EF4-FFF2-40B4-BE49-F238E27FC236}">
                <a16:creationId xmlns:a16="http://schemas.microsoft.com/office/drawing/2014/main" id="{09013BF4-0AE4-AA5C-2EF7-C8584262186C}"/>
              </a:ext>
            </a:extLst>
          </p:cNvPr>
          <p:cNvCxnSpPr/>
          <p:nvPr/>
        </p:nvCxnSpPr>
        <p:spPr>
          <a:xfrm>
            <a:off x="1003300" y="5842000"/>
            <a:ext cx="10160000" cy="0"/>
          </a:xfrm>
          <a:prstGeom prst="line">
            <a:avLst/>
          </a:prstGeom>
        </p:spPr>
        <p:style>
          <a:lnRef idx="2">
            <a:schemeClr val="dk1"/>
          </a:lnRef>
          <a:fillRef idx="0">
            <a:schemeClr val="dk1"/>
          </a:fillRef>
          <a:effectRef idx="1">
            <a:schemeClr val="dk1"/>
          </a:effectRef>
          <a:fontRef idx="minor">
            <a:schemeClr val="tx1"/>
          </a:fontRef>
        </p:style>
      </p:cxnSp>
      <p:pic>
        <p:nvPicPr>
          <p:cNvPr id="5" name="Google Shape;920;p80">
            <a:extLst>
              <a:ext uri="{FF2B5EF4-FFF2-40B4-BE49-F238E27FC236}">
                <a16:creationId xmlns:a16="http://schemas.microsoft.com/office/drawing/2014/main" id="{3644964F-A859-0658-2F2A-9494EADBAEF6}"/>
              </a:ext>
            </a:extLst>
          </p:cNvPr>
          <p:cNvPicPr preferRelativeResize="0">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8326785" y="6059739"/>
            <a:ext cx="936817" cy="457200"/>
          </a:xfrm>
          <a:prstGeom prst="rect">
            <a:avLst/>
          </a:prstGeom>
          <a:noFill/>
          <a:ln>
            <a:noFill/>
          </a:ln>
        </p:spPr>
      </p:pic>
      <p:pic>
        <p:nvPicPr>
          <p:cNvPr id="6" name="Picture 5">
            <a:extLst>
              <a:ext uri="{FF2B5EF4-FFF2-40B4-BE49-F238E27FC236}">
                <a16:creationId xmlns:a16="http://schemas.microsoft.com/office/drawing/2014/main" id="{69FDE124-F726-5170-C4F0-22D76B309CCB}"/>
              </a:ext>
            </a:extLst>
          </p:cNvPr>
          <p:cNvPicPr>
            <a:picLocks noChangeAspect="1"/>
          </p:cNvPicPr>
          <p:nvPr/>
        </p:nvPicPr>
        <p:blipFill rotWithShape="1">
          <a:blip r:embed="rId3">
            <a:extLst>
              <a:ext uri="{28A0092B-C50C-407E-A947-70E740481C1C}">
                <a14:useLocalDpi xmlns:a14="http://schemas.microsoft.com/office/drawing/2010/main" val="0"/>
              </a:ext>
            </a:extLst>
          </a:blip>
          <a:srcRect t="39090" b="41216"/>
          <a:stretch/>
        </p:blipFill>
        <p:spPr>
          <a:xfrm>
            <a:off x="1308100" y="6151179"/>
            <a:ext cx="1857162" cy="365760"/>
          </a:xfrm>
          <a:prstGeom prst="rect">
            <a:avLst/>
          </a:prstGeom>
        </p:spPr>
      </p:pic>
      <p:pic>
        <p:nvPicPr>
          <p:cNvPr id="9" name="Picture 8">
            <a:extLst>
              <a:ext uri="{FF2B5EF4-FFF2-40B4-BE49-F238E27FC236}">
                <a16:creationId xmlns:a16="http://schemas.microsoft.com/office/drawing/2014/main" id="{4578E54D-FC27-B824-66D9-5C47D02550A4}"/>
              </a:ext>
            </a:extLst>
          </p:cNvPr>
          <p:cNvPicPr>
            <a:picLocks noChangeAspect="1"/>
          </p:cNvPicPr>
          <p:nvPr/>
        </p:nvPicPr>
        <p:blipFill rotWithShape="1">
          <a:blip r:embed="rId4"/>
          <a:srcRect l="10404" t="23643" r="12057" b="32410"/>
          <a:stretch/>
        </p:blipFill>
        <p:spPr>
          <a:xfrm>
            <a:off x="3234983" y="6151179"/>
            <a:ext cx="1042938" cy="332328"/>
          </a:xfrm>
          <a:prstGeom prst="rect">
            <a:avLst/>
          </a:prstGeom>
        </p:spPr>
      </p:pic>
      <p:pic>
        <p:nvPicPr>
          <p:cNvPr id="10" name="Picture 9">
            <a:extLst>
              <a:ext uri="{FF2B5EF4-FFF2-40B4-BE49-F238E27FC236}">
                <a16:creationId xmlns:a16="http://schemas.microsoft.com/office/drawing/2014/main" id="{AB4B85EA-D026-EE0A-84F5-980B55A3C59E}"/>
              </a:ext>
            </a:extLst>
          </p:cNvPr>
          <p:cNvPicPr>
            <a:picLocks noChangeAspect="1"/>
          </p:cNvPicPr>
          <p:nvPr/>
        </p:nvPicPr>
        <p:blipFill rotWithShape="1">
          <a:blip r:embed="rId5"/>
          <a:srcRect l="5400" r="4916"/>
          <a:stretch/>
        </p:blipFill>
        <p:spPr>
          <a:xfrm>
            <a:off x="4355961" y="6059739"/>
            <a:ext cx="1326591" cy="457200"/>
          </a:xfrm>
          <a:prstGeom prst="rect">
            <a:avLst/>
          </a:prstGeom>
        </p:spPr>
      </p:pic>
      <p:pic>
        <p:nvPicPr>
          <p:cNvPr id="11" name="Immagine 37" descr="Immagine che contiene testo, Carattere, Elementi grafici, logo&#10;&#10;Descrizione generata automaticamente">
            <a:extLst>
              <a:ext uri="{FF2B5EF4-FFF2-40B4-BE49-F238E27FC236}">
                <a16:creationId xmlns:a16="http://schemas.microsoft.com/office/drawing/2014/main" id="{1367674D-53EA-8759-231A-1BF94EF8F75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49712" y="6059739"/>
            <a:ext cx="1384551" cy="365760"/>
          </a:xfrm>
          <a:prstGeom prst="rect">
            <a:avLst/>
          </a:prstGeom>
        </p:spPr>
      </p:pic>
      <p:pic>
        <p:nvPicPr>
          <p:cNvPr id="12" name="Picture 11">
            <a:extLst>
              <a:ext uri="{FF2B5EF4-FFF2-40B4-BE49-F238E27FC236}">
                <a16:creationId xmlns:a16="http://schemas.microsoft.com/office/drawing/2014/main" id="{BAE2A69F-60D8-9061-4339-A65FB24BFB18}"/>
              </a:ext>
            </a:extLst>
          </p:cNvPr>
          <p:cNvPicPr>
            <a:picLocks noChangeAspect="1"/>
          </p:cNvPicPr>
          <p:nvPr/>
        </p:nvPicPr>
        <p:blipFill>
          <a:blip r:embed="rId7"/>
          <a:stretch>
            <a:fillRect/>
          </a:stretch>
        </p:blipFill>
        <p:spPr>
          <a:xfrm>
            <a:off x="5809493" y="6035477"/>
            <a:ext cx="1094925" cy="457200"/>
          </a:xfrm>
          <a:prstGeom prst="rect">
            <a:avLst/>
          </a:prstGeom>
        </p:spPr>
      </p:pic>
      <p:pic>
        <p:nvPicPr>
          <p:cNvPr id="13" name="Picture 12">
            <a:extLst>
              <a:ext uri="{FF2B5EF4-FFF2-40B4-BE49-F238E27FC236}">
                <a16:creationId xmlns:a16="http://schemas.microsoft.com/office/drawing/2014/main" id="{20A8C5E4-B496-BAA8-5CF7-8AB6D54EF281}"/>
              </a:ext>
            </a:extLst>
          </p:cNvPr>
          <p:cNvPicPr>
            <a:picLocks noChangeAspect="1"/>
          </p:cNvPicPr>
          <p:nvPr/>
        </p:nvPicPr>
        <p:blipFill>
          <a:blip r:embed="rId8"/>
          <a:stretch>
            <a:fillRect/>
          </a:stretch>
        </p:blipFill>
        <p:spPr>
          <a:xfrm>
            <a:off x="7031359" y="6048177"/>
            <a:ext cx="1075845" cy="457200"/>
          </a:xfrm>
          <a:prstGeom prst="rect">
            <a:avLst/>
          </a:prstGeom>
        </p:spPr>
      </p:pic>
    </p:spTree>
    <p:extLst>
      <p:ext uri="{BB962C8B-B14F-4D97-AF65-F5344CB8AC3E}">
        <p14:creationId xmlns:p14="http://schemas.microsoft.com/office/powerpoint/2010/main" val="19683792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ree Content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3429000" cy="4351338"/>
          </a:xfrm>
          <a:solidFill>
            <a:schemeClr val="bg2"/>
          </a:solidFill>
        </p:spPr>
        <p:txBody>
          <a:bodyPr lIns="182880" tIns="137160" rIns="182880" bIns="137160"/>
          <a:lstStyle>
            <a:lvl1pPr>
              <a:defRPr sz="1800" b="1" i="0">
                <a:latin typeface="+mj-lt"/>
                <a:cs typeface="Arial Narrow" panose="020B0604020202020204" pitchFamily="34" charset="0"/>
              </a:defRPr>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8177345" y="1825625"/>
            <a:ext cx="34290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4362993" y="1825625"/>
            <a:ext cx="3429000" cy="4351338"/>
          </a:xfrm>
          <a:solidFill>
            <a:schemeClr val="bg2"/>
          </a:solidFill>
        </p:spPr>
        <p:txBody>
          <a:bodyPr lIns="182880" tIns="137160" rIns="182880" bIns="137160"/>
          <a:lstStyle>
            <a:lvl1pPr>
              <a:defRPr sz="1800"/>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83DE2D52-2281-989B-5670-D452D3D07EF6}"/>
              </a:ext>
            </a:extLst>
          </p:cNvPr>
          <p:cNvPicPr>
            <a:picLocks noChangeAspect="1"/>
          </p:cNvPicPr>
          <p:nvPr/>
        </p:nvPicPr>
        <p:blipFill>
          <a:blip r:embed="rId2"/>
          <a:stretch>
            <a:fillRect/>
          </a:stretch>
        </p:blipFill>
        <p:spPr>
          <a:xfrm>
            <a:off x="973828" y="6376374"/>
            <a:ext cx="9626418" cy="481626"/>
          </a:xfrm>
          <a:prstGeom prst="rect">
            <a:avLst/>
          </a:prstGeom>
        </p:spPr>
      </p:pic>
    </p:spTree>
    <p:extLst>
      <p:ext uri="{BB962C8B-B14F-4D97-AF65-F5344CB8AC3E}">
        <p14:creationId xmlns:p14="http://schemas.microsoft.com/office/powerpoint/2010/main" val="33796463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Three Content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3429000" cy="4351338"/>
          </a:xfrm>
          <a:solidFill>
            <a:schemeClr val="bg2"/>
          </a:solidFill>
        </p:spPr>
        <p:txBody>
          <a:bodyPr lIns="182880" tIns="137160" rIns="182880" bIns="137160"/>
          <a:lstStyle>
            <a:lvl1pPr>
              <a:defRPr sz="1800" b="1" i="0">
                <a:latin typeface="+mj-lt"/>
                <a:cs typeface="Arial Narrow" panose="020B0604020202020204" pitchFamily="34" charset="0"/>
              </a:defRPr>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8177345" y="1825625"/>
            <a:ext cx="34290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4362993" y="1825625"/>
            <a:ext cx="3429000" cy="4351338"/>
          </a:xfrm>
          <a:solidFill>
            <a:schemeClr val="bg2"/>
          </a:solidFill>
        </p:spPr>
        <p:txBody>
          <a:bodyPr lIns="182880" tIns="137160" rIns="182880" bIns="137160"/>
          <a:lstStyle>
            <a:lvl1pPr>
              <a:defRPr sz="1800"/>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83DE2D52-2281-989B-5670-D452D3D07EF6}"/>
              </a:ext>
            </a:extLst>
          </p:cNvPr>
          <p:cNvPicPr>
            <a:picLocks noChangeAspect="1"/>
          </p:cNvPicPr>
          <p:nvPr/>
        </p:nvPicPr>
        <p:blipFill>
          <a:blip r:embed="rId2"/>
          <a:stretch>
            <a:fillRect/>
          </a:stretch>
        </p:blipFill>
        <p:spPr>
          <a:xfrm>
            <a:off x="973828" y="6376374"/>
            <a:ext cx="9626418" cy="481626"/>
          </a:xfrm>
          <a:prstGeom prst="rect">
            <a:avLst/>
          </a:prstGeom>
        </p:spPr>
      </p:pic>
      <p:pic>
        <p:nvPicPr>
          <p:cNvPr id="3" name="Picture 2">
            <a:extLst>
              <a:ext uri="{FF2B5EF4-FFF2-40B4-BE49-F238E27FC236}">
                <a16:creationId xmlns:a16="http://schemas.microsoft.com/office/drawing/2014/main" id="{9923648B-54F6-C358-AF17-1F956284DD80}"/>
              </a:ext>
            </a:extLst>
          </p:cNvPr>
          <p:cNvPicPr>
            <a:picLocks noChangeAspect="1"/>
          </p:cNvPicPr>
          <p:nvPr/>
        </p:nvPicPr>
        <p:blipFill>
          <a:blip r:embed="rId3"/>
          <a:stretch>
            <a:fillRect/>
          </a:stretch>
        </p:blipFill>
        <p:spPr>
          <a:xfrm>
            <a:off x="0" y="3102539"/>
            <a:ext cx="4316342" cy="3755461"/>
          </a:xfrm>
          <a:prstGeom prst="rect">
            <a:avLst/>
          </a:prstGeom>
        </p:spPr>
      </p:pic>
    </p:spTree>
    <p:extLst>
      <p:ext uri="{BB962C8B-B14F-4D97-AF65-F5344CB8AC3E}">
        <p14:creationId xmlns:p14="http://schemas.microsoft.com/office/powerpoint/2010/main" val="2778115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hree Content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3429000" cy="4351338"/>
          </a:xfrm>
          <a:solidFill>
            <a:schemeClr val="bg2"/>
          </a:solidFill>
        </p:spPr>
        <p:txBody>
          <a:bodyPr lIns="182880" tIns="137160" rIns="182880" bIns="137160"/>
          <a:lstStyle>
            <a:lvl1pPr>
              <a:defRPr sz="1800" b="1" i="0">
                <a:latin typeface="+mj-lt"/>
                <a:cs typeface="Arial Narrow" panose="020B0604020202020204" pitchFamily="34" charset="0"/>
              </a:defRPr>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8177345" y="1825625"/>
            <a:ext cx="34290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4362993" y="1825625"/>
            <a:ext cx="3429000" cy="4351338"/>
          </a:xfrm>
          <a:solidFill>
            <a:schemeClr val="bg2"/>
          </a:solidFill>
        </p:spPr>
        <p:txBody>
          <a:bodyPr lIns="182880" tIns="137160" rIns="182880" bIns="137160"/>
          <a:lstStyle>
            <a:lvl1pPr>
              <a:defRPr sz="1800"/>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9923648B-54F6-C358-AF17-1F956284DD80}"/>
              </a:ext>
            </a:extLst>
          </p:cNvPr>
          <p:cNvPicPr>
            <a:picLocks noChangeAspect="1"/>
          </p:cNvPicPr>
          <p:nvPr/>
        </p:nvPicPr>
        <p:blipFill>
          <a:blip r:embed="rId2"/>
          <a:stretch>
            <a:fillRect/>
          </a:stretch>
        </p:blipFill>
        <p:spPr>
          <a:xfrm>
            <a:off x="0" y="3102539"/>
            <a:ext cx="4316342" cy="3755461"/>
          </a:xfrm>
          <a:prstGeom prst="rect">
            <a:avLst/>
          </a:prstGeom>
        </p:spPr>
      </p:pic>
    </p:spTree>
    <p:extLst>
      <p:ext uri="{BB962C8B-B14F-4D97-AF65-F5344CB8AC3E}">
        <p14:creationId xmlns:p14="http://schemas.microsoft.com/office/powerpoint/2010/main" val="14873526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Three Content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3429000" cy="4351338"/>
          </a:xfrm>
          <a:solidFill>
            <a:schemeClr val="bg2"/>
          </a:solidFill>
        </p:spPr>
        <p:txBody>
          <a:bodyPr lIns="182880" tIns="137160" rIns="182880" bIns="137160"/>
          <a:lstStyle>
            <a:lvl1pPr>
              <a:defRPr sz="1800" b="1" i="0">
                <a:latin typeface="+mj-lt"/>
                <a:cs typeface="Arial Narrow" panose="020B0604020202020204" pitchFamily="34" charset="0"/>
              </a:defRPr>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8177345" y="1825625"/>
            <a:ext cx="34290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4362993" y="1825625"/>
            <a:ext cx="3429000" cy="4351338"/>
          </a:xfrm>
          <a:solidFill>
            <a:schemeClr val="bg2"/>
          </a:solidFill>
        </p:spPr>
        <p:txBody>
          <a:bodyPr lIns="182880" tIns="137160" rIns="182880" bIns="137160"/>
          <a:lstStyle>
            <a:lvl1pPr>
              <a:defRPr sz="1800"/>
            </a:lvl1pPr>
            <a:lvl2pPr>
              <a:defRPr sz="1200">
                <a:latin typeface="Verdana Pro Cond Semibold" panose="020B0706030504040204" pitchFamily="34" charset="0"/>
              </a:defRPr>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46BB81F8-3816-7356-AA10-C805D7F04296}"/>
              </a:ext>
            </a:extLst>
          </p:cNvPr>
          <p:cNvPicPr>
            <a:picLocks noChangeAspect="1"/>
          </p:cNvPicPr>
          <p:nvPr/>
        </p:nvPicPr>
        <p:blipFill>
          <a:blip r:embed="rId2"/>
          <a:stretch>
            <a:fillRect/>
          </a:stretch>
        </p:blipFill>
        <p:spPr>
          <a:xfrm>
            <a:off x="10248258" y="6226863"/>
            <a:ext cx="1557461" cy="523147"/>
          </a:xfrm>
          <a:prstGeom prst="rect">
            <a:avLst/>
          </a:prstGeom>
        </p:spPr>
      </p:pic>
    </p:spTree>
    <p:extLst>
      <p:ext uri="{BB962C8B-B14F-4D97-AF65-F5344CB8AC3E}">
        <p14:creationId xmlns:p14="http://schemas.microsoft.com/office/powerpoint/2010/main" val="19877552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Four Content + sub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E9272-9D39-62B6-0D76-EDA8A11242AF}"/>
              </a:ext>
            </a:extLst>
          </p:cNvPr>
          <p:cNvPicPr>
            <a:picLocks noChangeAspect="1"/>
          </p:cNvPicPr>
          <p:nvPr/>
        </p:nvPicPr>
        <p:blipFill>
          <a:blip r:embed="rId2"/>
          <a:stretch>
            <a:fillRect/>
          </a:stretch>
        </p:blipFill>
        <p:spPr>
          <a:xfrm>
            <a:off x="10248258" y="6248400"/>
            <a:ext cx="1557461" cy="523147"/>
          </a:xfrm>
          <a:prstGeom prst="rect">
            <a:avLst/>
          </a:prstGeom>
        </p:spPr>
      </p:pic>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a:xfrm>
            <a:off x="299522" y="231055"/>
            <a:ext cx="10972800" cy="612648"/>
          </a:xfrm>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602136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3285001" y="1825625"/>
            <a:ext cx="2514600" cy="4351338"/>
          </a:xfrm>
          <a:solidFill>
            <a:schemeClr val="bg2"/>
          </a:solidFill>
        </p:spPr>
        <p:txBody>
          <a:bodyPr lIns="182880" tIns="137160" rIns="182880" bIns="137160"/>
          <a:lstStyle>
            <a:lvl1pPr>
              <a:defRPr sz="1800"/>
            </a:lvl1pPr>
            <a:lvl2pPr>
              <a:defRPr sz="1200"/>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203795FF-DB18-0842-9215-AE728E783145}"/>
              </a:ext>
            </a:extLst>
          </p:cNvPr>
          <p:cNvSpPr>
            <a:spLocks noGrp="1"/>
          </p:cNvSpPr>
          <p:nvPr>
            <p:ph sz="half" idx="15"/>
          </p:nvPr>
        </p:nvSpPr>
        <p:spPr>
          <a:xfrm>
            <a:off x="875772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70058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our Content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a:xfrm>
            <a:off x="299522" y="231055"/>
            <a:ext cx="10972800" cy="612648"/>
          </a:xfrm>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602136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3285001" y="1825625"/>
            <a:ext cx="2514600" cy="4351338"/>
          </a:xfrm>
          <a:solidFill>
            <a:schemeClr val="bg2"/>
          </a:solidFill>
        </p:spPr>
        <p:txBody>
          <a:bodyPr lIns="182880" tIns="137160" rIns="182880" bIns="137160"/>
          <a:lstStyle>
            <a:lvl1pPr>
              <a:defRPr sz="1800"/>
            </a:lvl1pPr>
            <a:lvl2pPr>
              <a:defRPr sz="1200"/>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203795FF-DB18-0842-9215-AE728E783145}"/>
              </a:ext>
            </a:extLst>
          </p:cNvPr>
          <p:cNvSpPr>
            <a:spLocks noGrp="1"/>
          </p:cNvSpPr>
          <p:nvPr>
            <p:ph sz="half" idx="15"/>
          </p:nvPr>
        </p:nvSpPr>
        <p:spPr>
          <a:xfrm>
            <a:off x="875772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89159A-2F45-6316-0B8D-6E7F3EE3C364}"/>
              </a:ext>
            </a:extLst>
          </p:cNvPr>
          <p:cNvPicPr>
            <a:picLocks noChangeAspect="1"/>
          </p:cNvPicPr>
          <p:nvPr/>
        </p:nvPicPr>
        <p:blipFill>
          <a:blip r:embed="rId2"/>
          <a:stretch>
            <a:fillRect/>
          </a:stretch>
        </p:blipFill>
        <p:spPr>
          <a:xfrm>
            <a:off x="0" y="3102539"/>
            <a:ext cx="4316342" cy="3755461"/>
          </a:xfrm>
          <a:prstGeom prst="rect">
            <a:avLst/>
          </a:prstGeom>
        </p:spPr>
      </p:pic>
    </p:spTree>
    <p:extLst>
      <p:ext uri="{BB962C8B-B14F-4D97-AF65-F5344CB8AC3E}">
        <p14:creationId xmlns:p14="http://schemas.microsoft.com/office/powerpoint/2010/main" val="15421489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Four Content + subtitl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a:xfrm>
            <a:off x="299522" y="231055"/>
            <a:ext cx="10972800" cy="612648"/>
          </a:xfrm>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602136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3285001" y="1825625"/>
            <a:ext cx="2514600" cy="4351338"/>
          </a:xfrm>
          <a:solidFill>
            <a:schemeClr val="bg2"/>
          </a:solidFill>
        </p:spPr>
        <p:txBody>
          <a:bodyPr lIns="182880" tIns="137160" rIns="182880" bIns="137160"/>
          <a:lstStyle>
            <a:lvl1pPr>
              <a:defRPr sz="1800"/>
            </a:lvl1pPr>
            <a:lvl2pPr>
              <a:defRPr sz="1200"/>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203795FF-DB18-0842-9215-AE728E783145}"/>
              </a:ext>
            </a:extLst>
          </p:cNvPr>
          <p:cNvSpPr>
            <a:spLocks noGrp="1"/>
          </p:cNvSpPr>
          <p:nvPr>
            <p:ph sz="half" idx="15"/>
          </p:nvPr>
        </p:nvSpPr>
        <p:spPr>
          <a:xfrm>
            <a:off x="875772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66B50CF-E147-2E42-CFDF-640956E45324}"/>
              </a:ext>
            </a:extLst>
          </p:cNvPr>
          <p:cNvPicPr>
            <a:picLocks noChangeAspect="1"/>
          </p:cNvPicPr>
          <p:nvPr/>
        </p:nvPicPr>
        <p:blipFill>
          <a:blip r:embed="rId2"/>
          <a:stretch>
            <a:fillRect/>
          </a:stretch>
        </p:blipFill>
        <p:spPr>
          <a:xfrm>
            <a:off x="1011496" y="6175189"/>
            <a:ext cx="10169009" cy="682811"/>
          </a:xfrm>
          <a:prstGeom prst="rect">
            <a:avLst/>
          </a:prstGeom>
        </p:spPr>
      </p:pic>
    </p:spTree>
    <p:extLst>
      <p:ext uri="{BB962C8B-B14F-4D97-AF65-F5344CB8AC3E}">
        <p14:creationId xmlns:p14="http://schemas.microsoft.com/office/powerpoint/2010/main" val="15064064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_Four Content + sub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895887-0BF7-75EC-1401-1DDB06A048E7}"/>
              </a:ext>
            </a:extLst>
          </p:cNvPr>
          <p:cNvPicPr>
            <a:picLocks noChangeAspect="1"/>
          </p:cNvPicPr>
          <p:nvPr/>
        </p:nvPicPr>
        <p:blipFill>
          <a:blip r:embed="rId2"/>
          <a:stretch>
            <a:fillRect/>
          </a:stretch>
        </p:blipFill>
        <p:spPr>
          <a:xfrm>
            <a:off x="0" y="3102539"/>
            <a:ext cx="4316342" cy="3755461"/>
          </a:xfrm>
          <a:prstGeom prst="rect">
            <a:avLst/>
          </a:prstGeom>
        </p:spPr>
      </p:pic>
      <p:cxnSp>
        <p:nvCxnSpPr>
          <p:cNvPr id="8" name="Straight Connector 7">
            <a:extLst>
              <a:ext uri="{FF2B5EF4-FFF2-40B4-BE49-F238E27FC236}">
                <a16:creationId xmlns:a16="http://schemas.microsoft.com/office/drawing/2014/main" id="{21D57351-D70C-CA41-B1EE-943255CA4402}"/>
              </a:ext>
            </a:extLst>
          </p:cNvPr>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a:xfrm>
            <a:off x="299522" y="231055"/>
            <a:ext cx="10972800" cy="612648"/>
          </a:xfrm>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200" b="0" i="0" spc="150" baseline="0">
                <a:solidFill>
                  <a:schemeClr val="tx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548640"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602136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3285001" y="1825625"/>
            <a:ext cx="2514600" cy="4351338"/>
          </a:xfrm>
          <a:solidFill>
            <a:schemeClr val="bg2"/>
          </a:solidFill>
        </p:spPr>
        <p:txBody>
          <a:bodyPr lIns="182880" tIns="137160" rIns="182880" bIns="137160"/>
          <a:lstStyle>
            <a:lvl1pPr>
              <a:defRPr sz="1800"/>
            </a:lvl1pPr>
            <a:lvl2pPr>
              <a:defRPr sz="1200"/>
            </a:lvl2pPr>
            <a:lvl3pPr>
              <a:defRPr sz="1200">
                <a:latin typeface="+mn-lt"/>
              </a:defRPr>
            </a:lvl3pPr>
            <a:lvl4pPr>
              <a:defRPr sz="1200">
                <a:latin typeface="+mn-lt"/>
              </a:defRPr>
            </a:lvl4pPr>
            <a:lvl5pP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203795FF-DB18-0842-9215-AE728E783145}"/>
              </a:ext>
            </a:extLst>
          </p:cNvPr>
          <p:cNvSpPr>
            <a:spLocks noGrp="1"/>
          </p:cNvSpPr>
          <p:nvPr>
            <p:ph sz="half" idx="15"/>
          </p:nvPr>
        </p:nvSpPr>
        <p:spPr>
          <a:xfrm>
            <a:off x="8757722" y="1825625"/>
            <a:ext cx="2514600" cy="4351338"/>
          </a:xfrm>
          <a:solidFill>
            <a:schemeClr val="bg2"/>
          </a:solidFill>
        </p:spPr>
        <p:txBody>
          <a:bodyPr lIns="182880" tIns="137160" rIns="182880" bIns="137160"/>
          <a:lstStyle>
            <a:lvl1pPr>
              <a:defRPr sz="1800"/>
            </a:lvl1pPr>
            <a:lvl2pPr>
              <a:defRPr sz="1200"/>
            </a:lvl2pPr>
            <a:lvl3pPr>
              <a:defRPr sz="1200">
                <a:latin typeface="Verdana Pro" panose="020B0604030504040204" pitchFamily="34" charset="0"/>
              </a:defRPr>
            </a:lvl3pPr>
            <a:lvl4pPr>
              <a:defRPr sz="1200">
                <a:latin typeface="Verdana Pro" panose="020B0604030504040204" pitchFamily="34" charset="0"/>
              </a:defRPr>
            </a:lvl4pPr>
            <a:lvl5pPr>
              <a:defRPr sz="1200">
                <a:latin typeface="Verdana Pro"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66B50CF-E147-2E42-CFDF-640956E45324}"/>
              </a:ext>
            </a:extLst>
          </p:cNvPr>
          <p:cNvPicPr>
            <a:picLocks noChangeAspect="1"/>
          </p:cNvPicPr>
          <p:nvPr/>
        </p:nvPicPr>
        <p:blipFill>
          <a:blip r:embed="rId3"/>
          <a:stretch>
            <a:fillRect/>
          </a:stretch>
        </p:blipFill>
        <p:spPr>
          <a:xfrm>
            <a:off x="1011496" y="6175189"/>
            <a:ext cx="10169009" cy="682811"/>
          </a:xfrm>
          <a:prstGeom prst="rect">
            <a:avLst/>
          </a:prstGeom>
        </p:spPr>
      </p:pic>
    </p:spTree>
    <p:extLst>
      <p:ext uri="{BB962C8B-B14F-4D97-AF65-F5344CB8AC3E}">
        <p14:creationId xmlns:p14="http://schemas.microsoft.com/office/powerpoint/2010/main" val="18493631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6622-D898-C6E7-BA3C-004DC66C79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BAE0D7-F1E1-0995-58C5-0A776BE5E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F11D87-D2CD-DBDF-A31C-2698DDBFE726}"/>
              </a:ext>
            </a:extLst>
          </p:cNvPr>
          <p:cNvSpPr>
            <a:spLocks noGrp="1"/>
          </p:cNvSpPr>
          <p:nvPr>
            <p:ph type="dt" sz="half" idx="10"/>
          </p:nvPr>
        </p:nvSpPr>
        <p:spPr/>
        <p:txBody>
          <a:bodyPr/>
          <a:lstStyle/>
          <a:p>
            <a:fld id="{E6E77AD3-FAB3-41B2-86B4-533F9437E3A0}" type="datetimeFigureOut">
              <a:rPr lang="en-US" smtClean="0"/>
              <a:t>8/27/2026</a:t>
            </a:fld>
            <a:endParaRPr lang="en-US"/>
          </a:p>
        </p:txBody>
      </p:sp>
      <p:sp>
        <p:nvSpPr>
          <p:cNvPr id="5" name="Footer Placeholder 4">
            <a:extLst>
              <a:ext uri="{FF2B5EF4-FFF2-40B4-BE49-F238E27FC236}">
                <a16:creationId xmlns:a16="http://schemas.microsoft.com/office/drawing/2014/main" id="{F3EB98C9-36D3-9D35-F114-56D4B2F866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284042-407F-00C6-E5A8-83312A625112}"/>
              </a:ext>
            </a:extLst>
          </p:cNvPr>
          <p:cNvSpPr>
            <a:spLocks noGrp="1"/>
          </p:cNvSpPr>
          <p:nvPr>
            <p:ph type="sldNum" sz="quarter" idx="12"/>
          </p:nvPr>
        </p:nvSpPr>
        <p:spPr/>
        <p:txBody>
          <a:bodyPr/>
          <a:lstStyle/>
          <a:p>
            <a:fld id="{B93BE24D-C280-4AB3-B4B0-3D39BA9567BF}" type="slidenum">
              <a:rPr lang="en-US" smtClean="0"/>
              <a:t>‹#›</a:t>
            </a:fld>
            <a:endParaRPr lang="en-US"/>
          </a:p>
        </p:txBody>
      </p:sp>
    </p:spTree>
    <p:extLst>
      <p:ext uri="{BB962C8B-B14F-4D97-AF65-F5344CB8AC3E}">
        <p14:creationId xmlns:p14="http://schemas.microsoft.com/office/powerpoint/2010/main" val="19346498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E73E-71F7-5CDA-CD82-C7C19D4D13C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23794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Due contenuti">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p:txBody>
      </p:sp>
      <p:sp>
        <p:nvSpPr>
          <p:cNvPr id="8" name="Title 7">
            <a:extLst>
              <a:ext uri="{FF2B5EF4-FFF2-40B4-BE49-F238E27FC236}">
                <a16:creationId xmlns:a16="http://schemas.microsoft.com/office/drawing/2014/main" id="{DB205CAD-D34E-78A6-F0C3-235F7A3DDE4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25443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Section Divider">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81AF6F-14AB-E24D-A94C-A258A758E50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EC0281-053D-AD4C-AFCD-AE7B7EB194B0}"/>
              </a:ext>
            </a:extLst>
          </p:cNvPr>
          <p:cNvSpPr>
            <a:spLocks noGrp="1"/>
          </p:cNvSpPr>
          <p:nvPr>
            <p:ph type="title" hasCustomPrompt="1"/>
          </p:nvPr>
        </p:nvSpPr>
        <p:spPr>
          <a:xfrm>
            <a:off x="838200" y="1934897"/>
            <a:ext cx="10515600" cy="2852737"/>
          </a:xfrm>
        </p:spPr>
        <p:txBody>
          <a:bodyPr anchor="ctr">
            <a:normAutofit/>
          </a:bodyPr>
          <a:lstStyle>
            <a:lvl1pPr algn="ctr">
              <a:defRPr sz="4400" b="1" i="0" spc="100" baseline="0">
                <a:solidFill>
                  <a:schemeClr val="bg1"/>
                </a:solidFill>
                <a:latin typeface="Arial Narrow"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0997881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1_Custom Layou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1EC1110-8A1F-644E-9193-CAA3AFDA4C4D}"/>
              </a:ext>
            </a:extLst>
          </p:cNvPr>
          <p:cNvCxnSpPr>
            <a:cxnSpLocks/>
          </p:cNvCxnSpPr>
          <p:nvPr/>
        </p:nvCxnSpPr>
        <p:spPr>
          <a:xfrm flipH="1">
            <a:off x="291666" y="989316"/>
            <a:ext cx="11595097" cy="0"/>
          </a:xfrm>
          <a:prstGeom prst="line">
            <a:avLst/>
          </a:prstGeom>
          <a:ln w="19050">
            <a:solidFill>
              <a:srgbClr val="E7E6E6"/>
            </a:solidFill>
          </a:ln>
        </p:spPr>
        <p:style>
          <a:lnRef idx="1">
            <a:schemeClr val="accent1"/>
          </a:lnRef>
          <a:fillRef idx="0">
            <a:schemeClr val="accent1"/>
          </a:fillRef>
          <a:effectRef idx="0">
            <a:schemeClr val="accent1"/>
          </a:effectRef>
          <a:fontRef idx="minor">
            <a:schemeClr val="tx1"/>
          </a:fontRef>
        </p:style>
      </p:cxnSp>
      <p:sp>
        <p:nvSpPr>
          <p:cNvPr id="7" name="Text Placeholder 8">
            <a:extLst>
              <a:ext uri="{FF2B5EF4-FFF2-40B4-BE49-F238E27FC236}">
                <a16:creationId xmlns:a16="http://schemas.microsoft.com/office/drawing/2014/main" id="{CA6A32CA-A4BE-094C-8CD3-BC4ED2A101A9}"/>
              </a:ext>
            </a:extLst>
          </p:cNvPr>
          <p:cNvSpPr>
            <a:spLocks noGrp="1"/>
          </p:cNvSpPr>
          <p:nvPr>
            <p:ph type="body" sz="quarter" idx="12" hasCustomPrompt="1"/>
          </p:nvPr>
        </p:nvSpPr>
        <p:spPr>
          <a:xfrm>
            <a:off x="224631" y="111512"/>
            <a:ext cx="11742737" cy="888071"/>
          </a:xfrm>
          <a:prstGeom prst="rect">
            <a:avLst/>
          </a:prstGeom>
        </p:spPr>
        <p:txBody>
          <a:bodyPr anchor="b"/>
          <a:lstStyle>
            <a:lvl1pPr marL="0" indent="0">
              <a:buFontTx/>
              <a:buNone/>
              <a:defRPr sz="3600" b="1">
                <a:solidFill>
                  <a:schemeClr val="tx1"/>
                </a:solidFill>
                <a:latin typeface="+mj-lt"/>
              </a:defRPr>
            </a:lvl1pPr>
          </a:lstStyle>
          <a:p>
            <a:pPr lvl="0"/>
            <a:r>
              <a:rPr lang="en-US"/>
              <a:t>TITLE HERE</a:t>
            </a:r>
          </a:p>
        </p:txBody>
      </p:sp>
      <p:sp>
        <p:nvSpPr>
          <p:cNvPr id="9" name="Text Placeholder 9">
            <a:extLst>
              <a:ext uri="{FF2B5EF4-FFF2-40B4-BE49-F238E27FC236}">
                <a16:creationId xmlns:a16="http://schemas.microsoft.com/office/drawing/2014/main" id="{0BA0BD4E-7E72-D149-A7A5-A9F261903728}"/>
              </a:ext>
            </a:extLst>
          </p:cNvPr>
          <p:cNvSpPr>
            <a:spLocks noGrp="1"/>
          </p:cNvSpPr>
          <p:nvPr>
            <p:ph type="body" sz="quarter" idx="15" hasCustomPrompt="1"/>
          </p:nvPr>
        </p:nvSpPr>
        <p:spPr>
          <a:xfrm>
            <a:off x="208865" y="6224524"/>
            <a:ext cx="7000875" cy="360990"/>
          </a:xfrm>
          <a:prstGeom prst="rect">
            <a:avLst/>
          </a:prstGeom>
        </p:spPr>
        <p:txBody>
          <a:bodyPr anchor="b"/>
          <a:lstStyle>
            <a:lvl1pPr marL="0" indent="0">
              <a:buNone/>
              <a:defRPr sz="700" b="0">
                <a:solidFill>
                  <a:schemeClr val="tx1"/>
                </a:solidFill>
                <a:latin typeface="Century Gothic" panose="020B0502020202020204" pitchFamily="34" charset="0"/>
              </a:defRPr>
            </a:lvl1pPr>
          </a:lstStyle>
          <a:p>
            <a:pPr lvl="0"/>
            <a:r>
              <a:rPr lang="en-US"/>
              <a:t>Source:</a:t>
            </a:r>
          </a:p>
        </p:txBody>
      </p:sp>
      <p:sp>
        <p:nvSpPr>
          <p:cNvPr id="11" name="Text Placeholder 9">
            <a:extLst>
              <a:ext uri="{FF2B5EF4-FFF2-40B4-BE49-F238E27FC236}">
                <a16:creationId xmlns:a16="http://schemas.microsoft.com/office/drawing/2014/main" id="{9B1CFD8E-15CF-BF4A-9FBC-6A760E835ABB}"/>
              </a:ext>
            </a:extLst>
          </p:cNvPr>
          <p:cNvSpPr>
            <a:spLocks noGrp="1"/>
          </p:cNvSpPr>
          <p:nvPr>
            <p:ph type="body" sz="quarter" idx="13" hasCustomPrompt="1"/>
          </p:nvPr>
        </p:nvSpPr>
        <p:spPr>
          <a:xfrm>
            <a:off x="224631" y="1352092"/>
            <a:ext cx="4872269" cy="446088"/>
          </a:xfrm>
          <a:prstGeom prst="rect">
            <a:avLst/>
          </a:prstGeom>
        </p:spPr>
        <p:txBody>
          <a:bodyPr/>
          <a:lstStyle>
            <a:lvl1pPr marL="0" indent="0">
              <a:buNone/>
              <a:defRPr sz="2400" b="1">
                <a:solidFill>
                  <a:schemeClr val="tx1"/>
                </a:solidFill>
                <a:latin typeface="+mj-lt"/>
              </a:defRPr>
            </a:lvl1pPr>
          </a:lstStyle>
          <a:p>
            <a:pPr lvl="0"/>
            <a:r>
              <a:rPr lang="en-US"/>
              <a:t>CALL OUT</a:t>
            </a:r>
          </a:p>
        </p:txBody>
      </p:sp>
      <p:sp>
        <p:nvSpPr>
          <p:cNvPr id="13" name="Text Placeholder 11">
            <a:extLst>
              <a:ext uri="{FF2B5EF4-FFF2-40B4-BE49-F238E27FC236}">
                <a16:creationId xmlns:a16="http://schemas.microsoft.com/office/drawing/2014/main" id="{59F8499C-2010-914E-8C5B-3411F9663DE4}"/>
              </a:ext>
            </a:extLst>
          </p:cNvPr>
          <p:cNvSpPr>
            <a:spLocks noGrp="1"/>
          </p:cNvSpPr>
          <p:nvPr>
            <p:ph type="body" sz="quarter" idx="14" hasCustomPrompt="1"/>
          </p:nvPr>
        </p:nvSpPr>
        <p:spPr>
          <a:xfrm>
            <a:off x="224631" y="2787946"/>
            <a:ext cx="7000875" cy="1702154"/>
          </a:xfrm>
          <a:prstGeom prst="rect">
            <a:avLst/>
          </a:prstGeom>
        </p:spPr>
        <p:txBody>
          <a:bodyPr>
            <a:normAutofit/>
          </a:bodyPr>
          <a:lstStyle>
            <a:lvl1pPr>
              <a:lnSpc>
                <a:spcPct val="100000"/>
              </a:lnSpc>
              <a:defRPr sz="1600">
                <a:latin typeface="+mn-lt"/>
              </a:defRPr>
            </a:lvl1pPr>
          </a:lstStyle>
          <a:p>
            <a:pPr lvl="0"/>
            <a:r>
              <a:rPr lang="en-US"/>
              <a:t>Details</a:t>
            </a:r>
          </a:p>
          <a:p>
            <a:pPr lvl="0"/>
            <a:r>
              <a:rPr lang="en-US"/>
              <a:t>Details</a:t>
            </a:r>
          </a:p>
          <a:p>
            <a:pPr lvl="0"/>
            <a:r>
              <a:rPr lang="en-US"/>
              <a:t>Details</a:t>
            </a:r>
          </a:p>
          <a:p>
            <a:pPr lvl="0"/>
            <a:r>
              <a:rPr lang="en-US"/>
              <a:t>Details</a:t>
            </a:r>
          </a:p>
        </p:txBody>
      </p:sp>
      <p:sp>
        <p:nvSpPr>
          <p:cNvPr id="14" name="Text Placeholder 9">
            <a:extLst>
              <a:ext uri="{FF2B5EF4-FFF2-40B4-BE49-F238E27FC236}">
                <a16:creationId xmlns:a16="http://schemas.microsoft.com/office/drawing/2014/main" id="{112D5D2A-EF9B-C947-A58E-508F4A177026}"/>
              </a:ext>
            </a:extLst>
          </p:cNvPr>
          <p:cNvSpPr>
            <a:spLocks noGrp="1"/>
          </p:cNvSpPr>
          <p:nvPr>
            <p:ph type="body" sz="quarter" idx="16" hasCustomPrompt="1"/>
          </p:nvPr>
        </p:nvSpPr>
        <p:spPr>
          <a:xfrm>
            <a:off x="224631" y="2104621"/>
            <a:ext cx="4872269" cy="446088"/>
          </a:xfrm>
          <a:prstGeom prst="rect">
            <a:avLst/>
          </a:prstGeom>
        </p:spPr>
        <p:txBody>
          <a:bodyPr>
            <a:normAutofit/>
          </a:bodyPr>
          <a:lstStyle>
            <a:lvl1pPr marL="0" indent="0">
              <a:buNone/>
              <a:defRPr sz="1800" b="1">
                <a:solidFill>
                  <a:schemeClr val="accent1"/>
                </a:solidFill>
                <a:latin typeface="+mn-lt"/>
              </a:defRPr>
            </a:lvl1pPr>
          </a:lstStyle>
          <a:p>
            <a:pPr lvl="0"/>
            <a:r>
              <a:rPr lang="en-US"/>
              <a:t>Insight</a:t>
            </a:r>
          </a:p>
        </p:txBody>
      </p:sp>
    </p:spTree>
    <p:extLst>
      <p:ext uri="{BB962C8B-B14F-4D97-AF65-F5344CB8AC3E}">
        <p14:creationId xmlns:p14="http://schemas.microsoft.com/office/powerpoint/2010/main" val="1474766376"/>
      </p:ext>
    </p:extLst>
  </p:cSld>
  <p:clrMapOvr>
    <a:masterClrMapping/>
  </p:clrMapOvr>
  <p:transition spd="slow">
    <p:push dir="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219294"/>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70" lvl="0" indent="-423312">
              <a:spcBef>
                <a:spcPts val="0"/>
              </a:spcBef>
              <a:spcAft>
                <a:spcPts val="0"/>
              </a:spcAft>
              <a:buSzPts val="1400"/>
              <a:buChar char="●"/>
              <a:defRPr sz="1867"/>
            </a:lvl1pPr>
            <a:lvl2pPr marL="1219140" lvl="1" indent="-406381">
              <a:spcBef>
                <a:spcPts val="0"/>
              </a:spcBef>
              <a:spcAft>
                <a:spcPts val="0"/>
              </a:spcAft>
              <a:buSzPts val="1200"/>
              <a:buChar char="○"/>
              <a:defRPr sz="1600"/>
            </a:lvl2pPr>
            <a:lvl3pPr marL="1828709" lvl="2" indent="-406381">
              <a:spcBef>
                <a:spcPts val="0"/>
              </a:spcBef>
              <a:spcAft>
                <a:spcPts val="0"/>
              </a:spcAft>
              <a:buSzPts val="1200"/>
              <a:buChar char="■"/>
              <a:defRPr sz="1600"/>
            </a:lvl3pPr>
            <a:lvl4pPr marL="2438278" lvl="3" indent="-406381">
              <a:spcBef>
                <a:spcPts val="0"/>
              </a:spcBef>
              <a:spcAft>
                <a:spcPts val="0"/>
              </a:spcAft>
              <a:buSzPts val="1200"/>
              <a:buChar char="●"/>
              <a:defRPr sz="1600"/>
            </a:lvl4pPr>
            <a:lvl5pPr marL="3047848" lvl="4" indent="-406381">
              <a:spcBef>
                <a:spcPts val="0"/>
              </a:spcBef>
              <a:spcAft>
                <a:spcPts val="0"/>
              </a:spcAft>
              <a:buSzPts val="1200"/>
              <a:buChar char="○"/>
              <a:defRPr sz="1600"/>
            </a:lvl5pPr>
            <a:lvl6pPr marL="3657418" lvl="5" indent="-406381">
              <a:spcBef>
                <a:spcPts val="0"/>
              </a:spcBef>
              <a:spcAft>
                <a:spcPts val="0"/>
              </a:spcAft>
              <a:buSzPts val="1200"/>
              <a:buChar char="■"/>
              <a:defRPr sz="1600"/>
            </a:lvl6pPr>
            <a:lvl7pPr marL="4266987" lvl="6" indent="-406381">
              <a:spcBef>
                <a:spcPts val="0"/>
              </a:spcBef>
              <a:spcAft>
                <a:spcPts val="0"/>
              </a:spcAft>
              <a:buSzPts val="1200"/>
              <a:buChar char="●"/>
              <a:defRPr sz="1600"/>
            </a:lvl7pPr>
            <a:lvl8pPr marL="4876557" lvl="7" indent="-406381">
              <a:spcBef>
                <a:spcPts val="0"/>
              </a:spcBef>
              <a:spcAft>
                <a:spcPts val="0"/>
              </a:spcAft>
              <a:buSzPts val="1200"/>
              <a:buChar char="○"/>
              <a:defRPr sz="1600"/>
            </a:lvl8pPr>
            <a:lvl9pPr marL="5486126" lvl="8" indent="-406381">
              <a:spcBef>
                <a:spcPts val="0"/>
              </a:spcBef>
              <a:spcAft>
                <a:spcPts val="0"/>
              </a:spcAft>
              <a:buSzPts val="1200"/>
              <a:buChar char="■"/>
              <a:defRPr sz="1600"/>
            </a:lvl9pPr>
          </a:lstStyle>
          <a:p>
            <a:pPr lvl="0"/>
            <a:r>
              <a:rPr lang="en-US"/>
              <a:t>Click to edit Master text styles</a:t>
            </a: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70" lvl="0" indent="-423312">
              <a:spcBef>
                <a:spcPts val="0"/>
              </a:spcBef>
              <a:spcAft>
                <a:spcPts val="0"/>
              </a:spcAft>
              <a:buSzPts val="1400"/>
              <a:buChar char="●"/>
              <a:defRPr sz="1867"/>
            </a:lvl1pPr>
            <a:lvl2pPr marL="1219140" lvl="1" indent="-406381">
              <a:spcBef>
                <a:spcPts val="0"/>
              </a:spcBef>
              <a:spcAft>
                <a:spcPts val="0"/>
              </a:spcAft>
              <a:buSzPts val="1200"/>
              <a:buChar char="○"/>
              <a:defRPr sz="1600"/>
            </a:lvl2pPr>
            <a:lvl3pPr marL="1828709" lvl="2" indent="-406381">
              <a:spcBef>
                <a:spcPts val="0"/>
              </a:spcBef>
              <a:spcAft>
                <a:spcPts val="0"/>
              </a:spcAft>
              <a:buSzPts val="1200"/>
              <a:buChar char="■"/>
              <a:defRPr sz="1600"/>
            </a:lvl3pPr>
            <a:lvl4pPr marL="2438278" lvl="3" indent="-406381">
              <a:spcBef>
                <a:spcPts val="0"/>
              </a:spcBef>
              <a:spcAft>
                <a:spcPts val="0"/>
              </a:spcAft>
              <a:buSzPts val="1200"/>
              <a:buChar char="●"/>
              <a:defRPr sz="1600"/>
            </a:lvl4pPr>
            <a:lvl5pPr marL="3047848" lvl="4" indent="-406381">
              <a:spcBef>
                <a:spcPts val="0"/>
              </a:spcBef>
              <a:spcAft>
                <a:spcPts val="0"/>
              </a:spcAft>
              <a:buSzPts val="1200"/>
              <a:buChar char="○"/>
              <a:defRPr sz="1600"/>
            </a:lvl5pPr>
            <a:lvl6pPr marL="3657418" lvl="5" indent="-406381">
              <a:spcBef>
                <a:spcPts val="0"/>
              </a:spcBef>
              <a:spcAft>
                <a:spcPts val="0"/>
              </a:spcAft>
              <a:buSzPts val="1200"/>
              <a:buChar char="■"/>
              <a:defRPr sz="1600"/>
            </a:lvl6pPr>
            <a:lvl7pPr marL="4266987" lvl="6" indent="-406381">
              <a:spcBef>
                <a:spcPts val="0"/>
              </a:spcBef>
              <a:spcAft>
                <a:spcPts val="0"/>
              </a:spcAft>
              <a:buSzPts val="1200"/>
              <a:buChar char="●"/>
              <a:defRPr sz="1600"/>
            </a:lvl7pPr>
            <a:lvl8pPr marL="4876557" lvl="7" indent="-406381">
              <a:spcBef>
                <a:spcPts val="0"/>
              </a:spcBef>
              <a:spcAft>
                <a:spcPts val="0"/>
              </a:spcAft>
              <a:buSzPts val="1200"/>
              <a:buChar char="○"/>
              <a:defRPr sz="1600"/>
            </a:lvl8pPr>
            <a:lvl9pPr marL="5486126" lvl="8" indent="-406381">
              <a:spcBef>
                <a:spcPts val="0"/>
              </a:spcBef>
              <a:spcAft>
                <a:spcPts val="0"/>
              </a:spcAft>
              <a:buSzPts val="1200"/>
              <a:buChar char="■"/>
              <a:defRPr sz="1600"/>
            </a:lvl9pPr>
          </a:lstStyle>
          <a:p>
            <a:pPr lvl="0"/>
            <a:r>
              <a:rPr lang="en-US"/>
              <a:t>Click to edit Master text styles</a:t>
            </a:r>
          </a:p>
        </p:txBody>
      </p:sp>
    </p:spTree>
    <p:extLst>
      <p:ext uri="{BB962C8B-B14F-4D97-AF65-F5344CB8AC3E}">
        <p14:creationId xmlns:p14="http://schemas.microsoft.com/office/powerpoint/2010/main" val="22593589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BCE9C2C3-3315-A09A-589C-05D8F3AFE082}"/>
              </a:ext>
            </a:extLst>
          </p:cNvPr>
          <p:cNvSpPr txBox="1">
            <a:spLocks noGrp="1"/>
          </p:cNvSpPr>
          <p:nvPr>
            <p:ph type="title"/>
          </p:nvPr>
        </p:nvSpPr>
        <p:spPr/>
        <p:txBody>
          <a:bodyPr/>
          <a:lstStyle>
            <a:lvl1pPr>
              <a:defRPr/>
            </a:lvl1pPr>
          </a:lstStyle>
          <a:p>
            <a:pPr lvl="0"/>
            <a:r>
              <a:rPr lang="en-US"/>
              <a:t>Click to edit Master title style</a:t>
            </a:r>
          </a:p>
        </p:txBody>
      </p:sp>
    </p:spTree>
    <p:extLst>
      <p:ext uri="{BB962C8B-B14F-4D97-AF65-F5344CB8AC3E}">
        <p14:creationId xmlns:p14="http://schemas.microsoft.com/office/powerpoint/2010/main" val="38019278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mall">
  <p:cSld name="Title Small">
    <p:bg>
      <p:bgPr>
        <a:solidFill>
          <a:srgbClr val="FFFFFF"/>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342900" y="342900"/>
            <a:ext cx="10792800" cy="580400"/>
          </a:xfrm>
          <a:prstGeom prst="rect">
            <a:avLst/>
          </a:prstGeom>
          <a:noFill/>
          <a:ln>
            <a:noFill/>
          </a:ln>
        </p:spPr>
        <p:txBody>
          <a:bodyPr spcFirstLastPara="1" wrap="square" lIns="34275" tIns="34275" rIns="34275" bIns="34275" anchor="t" anchorCtr="0">
            <a:normAutofit/>
          </a:bodyPr>
          <a:lstStyle>
            <a:lvl1pPr lvl="0" algn="l" rtl="0">
              <a:lnSpc>
                <a:spcPct val="90000"/>
              </a:lnSpc>
              <a:spcBef>
                <a:spcPts val="0"/>
              </a:spcBef>
              <a:spcAft>
                <a:spcPts val="0"/>
              </a:spcAft>
              <a:buClr>
                <a:srgbClr val="000000"/>
              </a:buClr>
              <a:buSzPts val="1400"/>
              <a:buNone/>
              <a:defRPr/>
            </a:lvl1pPr>
            <a:lvl2pPr lvl="1" algn="l" rtl="0">
              <a:lnSpc>
                <a:spcPct val="90000"/>
              </a:lnSpc>
              <a:spcBef>
                <a:spcPts val="0"/>
              </a:spcBef>
              <a:spcAft>
                <a:spcPts val="0"/>
              </a:spcAft>
              <a:buClr>
                <a:srgbClr val="000000"/>
              </a:buClr>
              <a:buSzPts val="1400"/>
              <a:buNone/>
              <a:defRPr/>
            </a:lvl2pPr>
            <a:lvl3pPr lvl="2" algn="l" rtl="0">
              <a:lnSpc>
                <a:spcPct val="90000"/>
              </a:lnSpc>
              <a:spcBef>
                <a:spcPts val="0"/>
              </a:spcBef>
              <a:spcAft>
                <a:spcPts val="0"/>
              </a:spcAft>
              <a:buClr>
                <a:srgbClr val="000000"/>
              </a:buClr>
              <a:buSzPts val="1400"/>
              <a:buNone/>
              <a:defRPr/>
            </a:lvl3pPr>
            <a:lvl4pPr lvl="3" algn="l" rtl="0">
              <a:lnSpc>
                <a:spcPct val="90000"/>
              </a:lnSpc>
              <a:spcBef>
                <a:spcPts val="0"/>
              </a:spcBef>
              <a:spcAft>
                <a:spcPts val="0"/>
              </a:spcAft>
              <a:buClr>
                <a:srgbClr val="000000"/>
              </a:buClr>
              <a:buSzPts val="1400"/>
              <a:buNone/>
              <a:defRPr/>
            </a:lvl4pPr>
            <a:lvl5pPr lvl="4" algn="l" rtl="0">
              <a:lnSpc>
                <a:spcPct val="90000"/>
              </a:lnSpc>
              <a:spcBef>
                <a:spcPts val="0"/>
              </a:spcBef>
              <a:spcAft>
                <a:spcPts val="0"/>
              </a:spcAft>
              <a:buClr>
                <a:srgbClr val="000000"/>
              </a:buClr>
              <a:buSzPts val="1400"/>
              <a:buNone/>
              <a:defRPr/>
            </a:lvl5pPr>
            <a:lvl6pPr lvl="5" algn="l" rtl="0">
              <a:lnSpc>
                <a:spcPct val="90000"/>
              </a:lnSpc>
              <a:spcBef>
                <a:spcPts val="0"/>
              </a:spcBef>
              <a:spcAft>
                <a:spcPts val="0"/>
              </a:spcAft>
              <a:buClr>
                <a:srgbClr val="000000"/>
              </a:buClr>
              <a:buSzPts val="1400"/>
              <a:buNone/>
              <a:defRPr/>
            </a:lvl6pPr>
            <a:lvl7pPr lvl="6" algn="l" rtl="0">
              <a:lnSpc>
                <a:spcPct val="90000"/>
              </a:lnSpc>
              <a:spcBef>
                <a:spcPts val="0"/>
              </a:spcBef>
              <a:spcAft>
                <a:spcPts val="0"/>
              </a:spcAft>
              <a:buClr>
                <a:srgbClr val="000000"/>
              </a:buClr>
              <a:buSzPts val="1400"/>
              <a:buNone/>
              <a:defRPr/>
            </a:lvl7pPr>
            <a:lvl8pPr lvl="7" algn="l" rtl="0">
              <a:lnSpc>
                <a:spcPct val="90000"/>
              </a:lnSpc>
              <a:spcBef>
                <a:spcPts val="0"/>
              </a:spcBef>
              <a:spcAft>
                <a:spcPts val="0"/>
              </a:spcAft>
              <a:buClr>
                <a:srgbClr val="000000"/>
              </a:buClr>
              <a:buSzPts val="1400"/>
              <a:buNone/>
              <a:defRPr/>
            </a:lvl8pPr>
            <a:lvl9pPr lvl="8" algn="l" rtl="0">
              <a:lnSpc>
                <a:spcPct val="90000"/>
              </a:lnSpc>
              <a:spcBef>
                <a:spcPts val="0"/>
              </a:spcBef>
              <a:spcAft>
                <a:spcPts val="0"/>
              </a:spcAft>
              <a:buClr>
                <a:srgbClr val="000000"/>
              </a:buClr>
              <a:buSzPts val="1400"/>
              <a:buNone/>
              <a:defRPr/>
            </a:lvl9pPr>
          </a:lstStyle>
          <a:p>
            <a:r>
              <a:rPr lang="en-US"/>
              <a:t>Click to edit Master title style</a:t>
            </a:r>
            <a:endParaRPr/>
          </a:p>
        </p:txBody>
      </p:sp>
    </p:spTree>
    <p:extLst>
      <p:ext uri="{BB962C8B-B14F-4D97-AF65-F5344CB8AC3E}">
        <p14:creationId xmlns:p14="http://schemas.microsoft.com/office/powerpoint/2010/main" val="25865459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6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840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IS International 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2C40C0C-ED8F-9AF9-0348-FBDA30B9DA92}"/>
              </a:ext>
            </a:extLst>
          </p:cNvPr>
          <p:cNvPicPr>
            <a:picLocks noChangeAspect="1"/>
          </p:cNvPicPr>
          <p:nvPr/>
        </p:nvPicPr>
        <p:blipFill>
          <a:blip r:embed="rId2"/>
          <a:srcRect/>
          <a:stretch/>
        </p:blipFill>
        <p:spPr>
          <a:xfrm>
            <a:off x="0" y="0"/>
            <a:ext cx="12192000" cy="6858000"/>
          </a:xfrm>
          <a:prstGeom prst="rect">
            <a:avLst/>
          </a:prstGeom>
        </p:spPr>
      </p:pic>
      <p:sp>
        <p:nvSpPr>
          <p:cNvPr id="5" name="Title Placeholder 1">
            <a:extLst>
              <a:ext uri="{FF2B5EF4-FFF2-40B4-BE49-F238E27FC236}">
                <a16:creationId xmlns:a16="http://schemas.microsoft.com/office/drawing/2014/main" id="{6891D481-037F-FEDF-20D3-C0519E71EEA3}"/>
              </a:ext>
            </a:extLst>
          </p:cNvPr>
          <p:cNvSpPr>
            <a:spLocks noGrp="1"/>
          </p:cNvSpPr>
          <p:nvPr>
            <p:ph type="title"/>
          </p:nvPr>
        </p:nvSpPr>
        <p:spPr>
          <a:xfrm>
            <a:off x="786063" y="4719310"/>
            <a:ext cx="10619874" cy="641817"/>
          </a:xfrm>
          <a:prstGeom prst="rect">
            <a:avLst/>
          </a:prstGeom>
        </p:spPr>
        <p:txBody>
          <a:bodyPr vert="horz" lIns="91440" tIns="45720" rIns="91440" bIns="45720" rtlCol="0" anchor="ctr">
            <a:normAutofit/>
          </a:bodyPr>
          <a:lstStyle>
            <a:lvl1pPr algn="ctr">
              <a:defRPr sz="3200" b="1" i="0">
                <a:solidFill>
                  <a:schemeClr val="bg1"/>
                </a:solidFill>
                <a:latin typeface="+mn-lt"/>
              </a:defRPr>
            </a:lvl1pPr>
          </a:lstStyle>
          <a:p>
            <a:r>
              <a:rPr lang="en-US"/>
              <a:t>Click to edit Master title style</a:t>
            </a:r>
          </a:p>
        </p:txBody>
      </p:sp>
      <p:sp>
        <p:nvSpPr>
          <p:cNvPr id="6" name="Text Placeholder 2">
            <a:extLst>
              <a:ext uri="{FF2B5EF4-FFF2-40B4-BE49-F238E27FC236}">
                <a16:creationId xmlns:a16="http://schemas.microsoft.com/office/drawing/2014/main" id="{20A7C15E-246F-0ABE-2F92-AC012BF236E6}"/>
              </a:ext>
            </a:extLst>
          </p:cNvPr>
          <p:cNvSpPr>
            <a:spLocks noGrp="1"/>
          </p:cNvSpPr>
          <p:nvPr>
            <p:ph idx="1" hasCustomPrompt="1"/>
          </p:nvPr>
        </p:nvSpPr>
        <p:spPr>
          <a:xfrm>
            <a:off x="786063" y="5526971"/>
            <a:ext cx="10619874" cy="649991"/>
          </a:xfrm>
          <a:prstGeom prst="rect">
            <a:avLst/>
          </a:prstGeom>
        </p:spPr>
        <p:txBody>
          <a:bodyPr vert="horz" lIns="91440" tIns="45720" rIns="91440" bIns="45720" rtlCol="0">
            <a:normAutofit/>
          </a:bodyPr>
          <a:lstStyle>
            <a:lvl1pPr marL="0" indent="0" algn="ctr">
              <a:buNone/>
              <a:defRPr sz="1400" b="0" i="0">
                <a:solidFill>
                  <a:schemeClr val="bg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7" name="Picture 6">
            <a:extLst>
              <a:ext uri="{FF2B5EF4-FFF2-40B4-BE49-F238E27FC236}">
                <a16:creationId xmlns:a16="http://schemas.microsoft.com/office/drawing/2014/main" id="{3C9562DB-9068-CB37-25AE-8A4298982A0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556067" y="2123983"/>
            <a:ext cx="7140826" cy="2610031"/>
          </a:xfrm>
          <a:prstGeom prst="rect">
            <a:avLst/>
          </a:prstGeom>
          <a:effectLst>
            <a:glow rad="228600">
              <a:srgbClr val="000000">
                <a:alpha val="40000"/>
              </a:srgbClr>
            </a:glow>
          </a:effectLst>
        </p:spPr>
      </p:pic>
    </p:spTree>
    <p:extLst>
      <p:ext uri="{BB962C8B-B14F-4D97-AF65-F5344CB8AC3E}">
        <p14:creationId xmlns:p14="http://schemas.microsoft.com/office/powerpoint/2010/main" val="31125720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Engine 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6C2B72-4802-8406-84E3-022F947EDF4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F96CB931-08D8-DB47-2388-EE7F8852460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001387" y="2449426"/>
            <a:ext cx="4189226" cy="2094612"/>
          </a:xfrm>
          <a:prstGeom prst="rect">
            <a:avLst/>
          </a:prstGeom>
          <a:effectLst/>
        </p:spPr>
      </p:pic>
      <p:sp>
        <p:nvSpPr>
          <p:cNvPr id="6" name="Title Placeholder 1">
            <a:extLst>
              <a:ext uri="{FF2B5EF4-FFF2-40B4-BE49-F238E27FC236}">
                <a16:creationId xmlns:a16="http://schemas.microsoft.com/office/drawing/2014/main" id="{D55A9965-7BD3-93BA-5F05-CC2C9FBFF29C}"/>
              </a:ext>
            </a:extLst>
          </p:cNvPr>
          <p:cNvSpPr>
            <a:spLocks noGrp="1"/>
          </p:cNvSpPr>
          <p:nvPr>
            <p:ph type="title"/>
          </p:nvPr>
        </p:nvSpPr>
        <p:spPr>
          <a:xfrm>
            <a:off x="786063" y="4719310"/>
            <a:ext cx="10619874" cy="641817"/>
          </a:xfrm>
          <a:prstGeom prst="rect">
            <a:avLst/>
          </a:prstGeom>
        </p:spPr>
        <p:txBody>
          <a:bodyPr vert="horz" lIns="91440" tIns="45720" rIns="91440" bIns="45720" rtlCol="0" anchor="ctr">
            <a:normAutofit/>
          </a:bodyPr>
          <a:lstStyle>
            <a:lvl1pPr algn="ctr">
              <a:defRPr sz="3200" b="1" i="0">
                <a:solidFill>
                  <a:schemeClr val="bg1"/>
                </a:solidFill>
                <a:latin typeface="+mn-lt"/>
              </a:defRPr>
            </a:lvl1pPr>
          </a:lstStyle>
          <a:p>
            <a:r>
              <a:rPr lang="en-US"/>
              <a:t>Click to edit Master title style</a:t>
            </a:r>
          </a:p>
        </p:txBody>
      </p:sp>
      <p:sp>
        <p:nvSpPr>
          <p:cNvPr id="7" name="Text Placeholder 2">
            <a:extLst>
              <a:ext uri="{FF2B5EF4-FFF2-40B4-BE49-F238E27FC236}">
                <a16:creationId xmlns:a16="http://schemas.microsoft.com/office/drawing/2014/main" id="{2C841299-0C2F-14E6-579F-B8DF330D9E55}"/>
              </a:ext>
            </a:extLst>
          </p:cNvPr>
          <p:cNvSpPr>
            <a:spLocks noGrp="1"/>
          </p:cNvSpPr>
          <p:nvPr>
            <p:ph idx="1" hasCustomPrompt="1"/>
          </p:nvPr>
        </p:nvSpPr>
        <p:spPr>
          <a:xfrm>
            <a:off x="786063" y="5526971"/>
            <a:ext cx="10619874" cy="649991"/>
          </a:xfrm>
          <a:prstGeom prst="rect">
            <a:avLst/>
          </a:prstGeom>
        </p:spPr>
        <p:txBody>
          <a:bodyPr vert="horz" lIns="91440" tIns="45720" rIns="91440" bIns="45720" rtlCol="0">
            <a:normAutofit/>
          </a:bodyPr>
          <a:lstStyle>
            <a:lvl1pPr marL="0" indent="0" algn="ctr">
              <a:buNone/>
              <a:defRPr sz="1400" b="0" i="0">
                <a:solidFill>
                  <a:schemeClr val="bg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659013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1_MODELLO PAGINA BASE 1">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5978F8D9-DBAC-C01F-4062-3A0C067A34F2}"/>
              </a:ext>
            </a:extLst>
          </p:cNvPr>
          <p:cNvSpPr/>
          <p:nvPr/>
        </p:nvSpPr>
        <p:spPr>
          <a:xfrm>
            <a:off x="-1" y="0"/>
            <a:ext cx="12192001" cy="98552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a:p>
        </p:txBody>
      </p:sp>
      <p:pic>
        <p:nvPicPr>
          <p:cNvPr id="16" name="Immagine 15">
            <a:extLst>
              <a:ext uri="{FF2B5EF4-FFF2-40B4-BE49-F238E27FC236}">
                <a16:creationId xmlns:a16="http://schemas.microsoft.com/office/drawing/2014/main" id="{EBC7B396-250A-1DC9-2097-71DEA5996924}"/>
              </a:ext>
            </a:extLst>
          </p:cNvPr>
          <p:cNvPicPr>
            <a:picLocks noChangeAspect="1"/>
          </p:cNvPicPr>
          <p:nvPr/>
        </p:nvPicPr>
        <p:blipFill>
          <a:blip r:embed="rId2"/>
          <a:stretch>
            <a:fillRect/>
          </a:stretch>
        </p:blipFill>
        <p:spPr>
          <a:xfrm>
            <a:off x="310475" y="235446"/>
            <a:ext cx="2001821" cy="463187"/>
          </a:xfrm>
          <a:prstGeom prst="rect">
            <a:avLst/>
          </a:prstGeom>
        </p:spPr>
      </p:pic>
    </p:spTree>
    <p:extLst>
      <p:ext uri="{BB962C8B-B14F-4D97-AF65-F5344CB8AC3E}">
        <p14:creationId xmlns:p14="http://schemas.microsoft.com/office/powerpoint/2010/main" val="37560844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usker Working Slid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7ABAA8A-FAB2-4744-7699-208B30440BCC}"/>
              </a:ext>
            </a:extLst>
          </p:cNvPr>
          <p:cNvCxnSpPr/>
          <p:nvPr/>
        </p:nvCxnSpPr>
        <p:spPr>
          <a:xfrm>
            <a:off x="0" y="112467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F56CA7DC-9DD8-91BB-0161-F9521BAC0571}"/>
              </a:ext>
            </a:extLst>
          </p:cNvPr>
          <p:cNvSpPr>
            <a:spLocks noGrp="1"/>
          </p:cNvSpPr>
          <p:nvPr>
            <p:ph type="title" hasCustomPrompt="1"/>
          </p:nvPr>
        </p:nvSpPr>
        <p:spPr>
          <a:xfrm>
            <a:off x="578225" y="40341"/>
            <a:ext cx="9224682" cy="1124678"/>
          </a:xfrm>
          <a:prstGeom prst="rect">
            <a:avLst/>
          </a:prstGeom>
        </p:spPr>
        <p:txBody>
          <a:bodyPr vert="horz" lIns="91440" tIns="45720" rIns="91440" bIns="45720" rtlCol="0" anchor="ctr">
            <a:normAutofit/>
          </a:bodyPr>
          <a:lstStyle>
            <a:lvl1pPr>
              <a:defRPr sz="2800" b="1" i="0">
                <a:solidFill>
                  <a:schemeClr val="tx1"/>
                </a:solidFill>
                <a:latin typeface="+mn-lt"/>
              </a:defRPr>
            </a:lvl1pPr>
          </a:lstStyle>
          <a:p>
            <a:r>
              <a:rPr lang="en-US"/>
              <a:t>CLICK TO EDIT MASTER TITLE STYLE</a:t>
            </a:r>
          </a:p>
        </p:txBody>
      </p:sp>
      <p:sp>
        <p:nvSpPr>
          <p:cNvPr id="11" name="Text Placeholder 2">
            <a:extLst>
              <a:ext uri="{FF2B5EF4-FFF2-40B4-BE49-F238E27FC236}">
                <a16:creationId xmlns:a16="http://schemas.microsoft.com/office/drawing/2014/main" id="{30F4D6C3-41E6-C57A-50BB-8FAAC40FAA87}"/>
              </a:ext>
            </a:extLst>
          </p:cNvPr>
          <p:cNvSpPr>
            <a:spLocks noGrp="1"/>
          </p:cNvSpPr>
          <p:nvPr>
            <p:ph idx="10" hasCustomPrompt="1"/>
          </p:nvPr>
        </p:nvSpPr>
        <p:spPr>
          <a:xfrm>
            <a:off x="578224" y="1587698"/>
            <a:ext cx="11052302" cy="4145613"/>
          </a:xfrm>
          <a:prstGeom prst="rect">
            <a:avLst/>
          </a:prstGeom>
        </p:spPr>
        <p:txBody>
          <a:bodyPr vert="horz" lIns="91440" tIns="45720" rIns="91440" bIns="45720" rtlCol="0">
            <a:normAutofit/>
          </a:bodyPr>
          <a:lstStyle>
            <a:lvl1pPr marL="285750" indent="-285750" algn="l">
              <a:buFont typeface="Arial" panose="020B0604020202020204" pitchFamily="34" charset="0"/>
              <a:buChar char="•"/>
              <a:defRPr sz="1800" b="0" i="0">
                <a:solidFill>
                  <a:schemeClr val="tx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2" name="Slide Number Placeholder 5">
            <a:extLst>
              <a:ext uri="{FF2B5EF4-FFF2-40B4-BE49-F238E27FC236}">
                <a16:creationId xmlns:a16="http://schemas.microsoft.com/office/drawing/2014/main" id="{934AC966-A4E3-E015-9FAF-A239397E104D}"/>
              </a:ext>
            </a:extLst>
          </p:cNvPr>
          <p:cNvSpPr>
            <a:spLocks noGrp="1"/>
          </p:cNvSpPr>
          <p:nvPr>
            <p:ph type="sldNum" sz="quarter" idx="4"/>
          </p:nvPr>
        </p:nvSpPr>
        <p:spPr>
          <a:xfrm>
            <a:off x="11592560" y="6456858"/>
            <a:ext cx="304800" cy="219075"/>
          </a:xfrm>
          <a:prstGeom prst="rect">
            <a:avLst/>
          </a:prstGeom>
        </p:spPr>
        <p:txBody>
          <a:bodyPr vert="horz" lIns="0" tIns="45720" rIns="91440" bIns="45720" rtlCol="0" anchor="ctr"/>
          <a:lstStyle>
            <a:lvl1pPr algn="r">
              <a:defRPr sz="800" b="0" i="0">
                <a:solidFill>
                  <a:schemeClr val="tx1"/>
                </a:solidFill>
                <a:latin typeface="+mn-lt"/>
              </a:defRPr>
            </a:lvl1pPr>
          </a:lstStyle>
          <a:p>
            <a:fld id="{B93BE24D-C280-4AB3-B4B0-3D39BA9567BF}" type="slidenum">
              <a:rPr lang="en-US" smtClean="0"/>
              <a:t>‹#›</a:t>
            </a:fld>
            <a:endParaRPr lang="en-US"/>
          </a:p>
        </p:txBody>
      </p:sp>
      <p:cxnSp>
        <p:nvCxnSpPr>
          <p:cNvPr id="13" name="Straight Connector 12">
            <a:extLst>
              <a:ext uri="{FF2B5EF4-FFF2-40B4-BE49-F238E27FC236}">
                <a16:creationId xmlns:a16="http://schemas.microsoft.com/office/drawing/2014/main" id="{71E505DF-489A-2126-42F5-A2F415BDCBA2}"/>
              </a:ext>
            </a:extLst>
          </p:cNvPr>
          <p:cNvCxnSpPr/>
          <p:nvPr/>
        </p:nvCxnSpPr>
        <p:spPr>
          <a:xfrm>
            <a:off x="0" y="1131451"/>
            <a:ext cx="12192000" cy="0"/>
          </a:xfrm>
          <a:prstGeom prst="line">
            <a:avLst/>
          </a:prstGeom>
          <a:ln w="38100">
            <a:solidFill>
              <a:srgbClr val="0A8148"/>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8B05EA4-CC10-6F01-7657-80755104931B}"/>
              </a:ext>
            </a:extLst>
          </p:cNvPr>
          <p:cNvCxnSpPr/>
          <p:nvPr/>
        </p:nvCxnSpPr>
        <p:spPr>
          <a:xfrm>
            <a:off x="0" y="6257757"/>
            <a:ext cx="12192000" cy="0"/>
          </a:xfrm>
          <a:prstGeom prst="line">
            <a:avLst/>
          </a:prstGeom>
          <a:ln w="9525">
            <a:solidFill>
              <a:srgbClr val="0A8148"/>
            </a:solidFill>
          </a:ln>
        </p:spPr>
        <p:style>
          <a:lnRef idx="1">
            <a:schemeClr val="accent1"/>
          </a:lnRef>
          <a:fillRef idx="0">
            <a:schemeClr val="accent1"/>
          </a:fillRef>
          <a:effectRef idx="0">
            <a:schemeClr val="accent1"/>
          </a:effectRef>
          <a:fontRef idx="minor">
            <a:schemeClr val="tx1"/>
          </a:fontRef>
        </p:style>
      </p:cxnSp>
      <p:sp>
        <p:nvSpPr>
          <p:cNvPr id="15" name="Picture Placeholder 10">
            <a:extLst>
              <a:ext uri="{FF2B5EF4-FFF2-40B4-BE49-F238E27FC236}">
                <a16:creationId xmlns:a16="http://schemas.microsoft.com/office/drawing/2014/main" id="{A2960B17-847B-291D-DD2D-D6449E8A16BE}"/>
              </a:ext>
            </a:extLst>
          </p:cNvPr>
          <p:cNvSpPr>
            <a:spLocks noGrp="1"/>
          </p:cNvSpPr>
          <p:nvPr>
            <p:ph type="pic" sz="quarter" idx="11"/>
          </p:nvPr>
        </p:nvSpPr>
        <p:spPr>
          <a:xfrm>
            <a:off x="9888342" y="49115"/>
            <a:ext cx="2252662" cy="1016000"/>
          </a:xfrm>
        </p:spPr>
        <p:txBody>
          <a:bodyPr>
            <a:normAutofit/>
          </a:bodyPr>
          <a:lstStyle>
            <a:lvl1pPr marL="0" indent="0">
              <a:buNone/>
              <a:defRPr sz="1000" b="0" i="0">
                <a:latin typeface="Calibri" panose="020F0502020204030204" pitchFamily="34" charset="0"/>
              </a:defRPr>
            </a:lvl1pPr>
          </a:lstStyle>
          <a:p>
            <a:r>
              <a:rPr lang="en-US"/>
              <a:t>Click icon to add picture</a:t>
            </a:r>
          </a:p>
        </p:txBody>
      </p:sp>
      <p:pic>
        <p:nvPicPr>
          <p:cNvPr id="16" name="Picture 15">
            <a:extLst>
              <a:ext uri="{FF2B5EF4-FFF2-40B4-BE49-F238E27FC236}">
                <a16:creationId xmlns:a16="http://schemas.microsoft.com/office/drawing/2014/main" id="{DF009178-73DE-5BE0-14A9-0A9AF1E1585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78225" y="6347157"/>
            <a:ext cx="1088812" cy="435044"/>
          </a:xfrm>
          <a:prstGeom prst="rect">
            <a:avLst/>
          </a:prstGeom>
        </p:spPr>
      </p:pic>
    </p:spTree>
    <p:extLst>
      <p:ext uri="{BB962C8B-B14F-4D97-AF65-F5344CB8AC3E}">
        <p14:creationId xmlns:p14="http://schemas.microsoft.com/office/powerpoint/2010/main" val="10850576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DSO-Velvet 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51B84F-A403-95CE-D6B7-BC662788047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AAE59D6A-64B2-9DD7-ED19-7856D7F947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920" y="681038"/>
            <a:ext cx="3446439" cy="5361127"/>
          </a:xfrm>
          <a:prstGeom prst="rect">
            <a:avLst/>
          </a:prstGeom>
        </p:spPr>
      </p:pic>
      <p:pic>
        <p:nvPicPr>
          <p:cNvPr id="13" name="Picture 12">
            <a:extLst>
              <a:ext uri="{FF2B5EF4-FFF2-40B4-BE49-F238E27FC236}">
                <a16:creationId xmlns:a16="http://schemas.microsoft.com/office/drawing/2014/main" id="{45344AF4-1995-B548-21EA-5AE7B85392F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74642" y="90287"/>
            <a:ext cx="4553546" cy="5639954"/>
          </a:xfrm>
          <a:prstGeom prst="rect">
            <a:avLst/>
          </a:prstGeom>
        </p:spPr>
      </p:pic>
      <p:sp>
        <p:nvSpPr>
          <p:cNvPr id="5" name="Title Placeholder 1">
            <a:extLst>
              <a:ext uri="{FF2B5EF4-FFF2-40B4-BE49-F238E27FC236}">
                <a16:creationId xmlns:a16="http://schemas.microsoft.com/office/drawing/2014/main" id="{5C22FCBE-549E-507A-499F-AC1F63E8C87B}"/>
              </a:ext>
            </a:extLst>
          </p:cNvPr>
          <p:cNvSpPr>
            <a:spLocks noGrp="1"/>
          </p:cNvSpPr>
          <p:nvPr>
            <p:ph type="title"/>
          </p:nvPr>
        </p:nvSpPr>
        <p:spPr>
          <a:xfrm>
            <a:off x="786063" y="4719310"/>
            <a:ext cx="10619874" cy="641817"/>
          </a:xfrm>
          <a:prstGeom prst="rect">
            <a:avLst/>
          </a:prstGeom>
        </p:spPr>
        <p:txBody>
          <a:bodyPr vert="horz" lIns="91440" tIns="45720" rIns="91440" bIns="45720" rtlCol="0" anchor="ctr">
            <a:normAutofit/>
          </a:bodyPr>
          <a:lstStyle>
            <a:lvl1pPr algn="ctr">
              <a:defRPr sz="3200" b="1" i="0">
                <a:solidFill>
                  <a:schemeClr val="bg1"/>
                </a:solidFill>
                <a:latin typeface="+mn-lt"/>
              </a:defRPr>
            </a:lvl1pPr>
          </a:lstStyle>
          <a:p>
            <a:r>
              <a:rPr lang="en-US"/>
              <a:t>Click to edit Master title style</a:t>
            </a:r>
          </a:p>
        </p:txBody>
      </p:sp>
      <p:sp>
        <p:nvSpPr>
          <p:cNvPr id="6" name="Text Placeholder 2">
            <a:extLst>
              <a:ext uri="{FF2B5EF4-FFF2-40B4-BE49-F238E27FC236}">
                <a16:creationId xmlns:a16="http://schemas.microsoft.com/office/drawing/2014/main" id="{6D7A7428-A123-5A1C-96AA-C4A751A9FFF2}"/>
              </a:ext>
            </a:extLst>
          </p:cNvPr>
          <p:cNvSpPr>
            <a:spLocks noGrp="1"/>
          </p:cNvSpPr>
          <p:nvPr>
            <p:ph idx="1" hasCustomPrompt="1"/>
          </p:nvPr>
        </p:nvSpPr>
        <p:spPr>
          <a:xfrm>
            <a:off x="786063" y="5526971"/>
            <a:ext cx="10619874" cy="649991"/>
          </a:xfrm>
          <a:prstGeom prst="rect">
            <a:avLst/>
          </a:prstGeom>
        </p:spPr>
        <p:txBody>
          <a:bodyPr vert="horz" lIns="91440" tIns="45720" rIns="91440" bIns="45720" rtlCol="0">
            <a:normAutofit/>
          </a:bodyPr>
          <a:lstStyle>
            <a:lvl1pPr marL="0" indent="0" algn="ctr">
              <a:buNone/>
              <a:defRPr sz="1400" b="0" i="0">
                <a:solidFill>
                  <a:schemeClr val="bg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7" name="Picture 6">
            <a:extLst>
              <a:ext uri="{FF2B5EF4-FFF2-40B4-BE49-F238E27FC236}">
                <a16:creationId xmlns:a16="http://schemas.microsoft.com/office/drawing/2014/main" id="{55D4A30C-6A66-73B1-A636-E9DFBA54E07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2556067" y="906122"/>
            <a:ext cx="7140826" cy="5045754"/>
          </a:xfrm>
          <a:prstGeom prst="rect">
            <a:avLst/>
          </a:prstGeom>
          <a:effectLst>
            <a:glow rad="228600">
              <a:srgbClr val="000000">
                <a:alpha val="40000"/>
              </a:srgbClr>
            </a:glow>
          </a:effectLst>
        </p:spPr>
      </p:pic>
    </p:spTree>
    <p:extLst>
      <p:ext uri="{BB962C8B-B14F-4D97-AF65-F5344CB8AC3E}">
        <p14:creationId xmlns:p14="http://schemas.microsoft.com/office/powerpoint/2010/main" val="36753091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15"/>
        <p:cNvGrpSpPr/>
        <p:nvPr/>
      </p:nvGrpSpPr>
      <p:grpSpPr>
        <a:xfrm>
          <a:off x="0" y="0"/>
          <a:ext cx="0" cy="0"/>
          <a:chOff x="0" y="0"/>
          <a:chExt cx="0" cy="0"/>
        </a:xfrm>
      </p:grpSpPr>
      <p:sp>
        <p:nvSpPr>
          <p:cNvPr id="16" name="Google Shape;16;p17"/>
          <p:cNvSpPr/>
          <p:nvPr/>
        </p:nvSpPr>
        <p:spPr>
          <a:xfrm>
            <a:off x="-63100" y="6405467"/>
            <a:ext cx="2570400" cy="4524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7" name="Google Shape;17;p17"/>
          <p:cNvSpPr txBox="1">
            <a:spLocks noGrp="1"/>
          </p:cNvSpPr>
          <p:nvPr>
            <p:ph type="title"/>
          </p:nvPr>
        </p:nvSpPr>
        <p:spPr>
          <a:xfrm>
            <a:off x="796933" y="872900"/>
            <a:ext cx="5393600" cy="197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A61E23"/>
              </a:buClr>
              <a:buSzPts val="3000"/>
              <a:buFont typeface="Raleway"/>
              <a:buNone/>
              <a:defRPr sz="4000">
                <a:solidFill>
                  <a:srgbClr val="A61E23"/>
                </a:solidFill>
                <a:latin typeface="Raleway"/>
                <a:ea typeface="Raleway"/>
                <a:cs typeface="Raleway"/>
                <a:sym typeface="Raleway"/>
              </a:defRPr>
            </a:lvl1pPr>
            <a:lvl2pPr lvl="1" algn="l">
              <a:lnSpc>
                <a:spcPct val="100000"/>
              </a:lnSpc>
              <a:spcBef>
                <a:spcPts val="0"/>
              </a:spcBef>
              <a:spcAft>
                <a:spcPts val="0"/>
              </a:spcAft>
              <a:buSzPts val="4200"/>
              <a:buFont typeface="Raleway"/>
              <a:buNone/>
              <a:defRPr sz="5600">
                <a:latin typeface="Raleway"/>
                <a:ea typeface="Raleway"/>
                <a:cs typeface="Raleway"/>
                <a:sym typeface="Raleway"/>
              </a:defRPr>
            </a:lvl2pPr>
            <a:lvl3pPr lvl="2" algn="l">
              <a:lnSpc>
                <a:spcPct val="100000"/>
              </a:lnSpc>
              <a:spcBef>
                <a:spcPts val="0"/>
              </a:spcBef>
              <a:spcAft>
                <a:spcPts val="0"/>
              </a:spcAft>
              <a:buSzPts val="4200"/>
              <a:buFont typeface="Raleway"/>
              <a:buNone/>
              <a:defRPr sz="5600">
                <a:latin typeface="Raleway"/>
                <a:ea typeface="Raleway"/>
                <a:cs typeface="Raleway"/>
                <a:sym typeface="Raleway"/>
              </a:defRPr>
            </a:lvl3pPr>
            <a:lvl4pPr lvl="3" algn="l">
              <a:lnSpc>
                <a:spcPct val="100000"/>
              </a:lnSpc>
              <a:spcBef>
                <a:spcPts val="0"/>
              </a:spcBef>
              <a:spcAft>
                <a:spcPts val="0"/>
              </a:spcAft>
              <a:buSzPts val="4200"/>
              <a:buFont typeface="Raleway"/>
              <a:buNone/>
              <a:defRPr sz="5600">
                <a:latin typeface="Raleway"/>
                <a:ea typeface="Raleway"/>
                <a:cs typeface="Raleway"/>
                <a:sym typeface="Raleway"/>
              </a:defRPr>
            </a:lvl4pPr>
            <a:lvl5pPr lvl="4" algn="l">
              <a:lnSpc>
                <a:spcPct val="100000"/>
              </a:lnSpc>
              <a:spcBef>
                <a:spcPts val="0"/>
              </a:spcBef>
              <a:spcAft>
                <a:spcPts val="0"/>
              </a:spcAft>
              <a:buSzPts val="4200"/>
              <a:buFont typeface="Raleway"/>
              <a:buNone/>
              <a:defRPr sz="5600">
                <a:latin typeface="Raleway"/>
                <a:ea typeface="Raleway"/>
                <a:cs typeface="Raleway"/>
                <a:sym typeface="Raleway"/>
              </a:defRPr>
            </a:lvl5pPr>
            <a:lvl6pPr lvl="5" algn="l">
              <a:lnSpc>
                <a:spcPct val="100000"/>
              </a:lnSpc>
              <a:spcBef>
                <a:spcPts val="0"/>
              </a:spcBef>
              <a:spcAft>
                <a:spcPts val="0"/>
              </a:spcAft>
              <a:buSzPts val="4200"/>
              <a:buFont typeface="Raleway"/>
              <a:buNone/>
              <a:defRPr sz="5600">
                <a:latin typeface="Raleway"/>
                <a:ea typeface="Raleway"/>
                <a:cs typeface="Raleway"/>
                <a:sym typeface="Raleway"/>
              </a:defRPr>
            </a:lvl6pPr>
            <a:lvl7pPr lvl="6" algn="l">
              <a:lnSpc>
                <a:spcPct val="100000"/>
              </a:lnSpc>
              <a:spcBef>
                <a:spcPts val="0"/>
              </a:spcBef>
              <a:spcAft>
                <a:spcPts val="0"/>
              </a:spcAft>
              <a:buSzPts val="4200"/>
              <a:buFont typeface="Raleway"/>
              <a:buNone/>
              <a:defRPr sz="5600">
                <a:latin typeface="Raleway"/>
                <a:ea typeface="Raleway"/>
                <a:cs typeface="Raleway"/>
                <a:sym typeface="Raleway"/>
              </a:defRPr>
            </a:lvl7pPr>
            <a:lvl8pPr lvl="7" algn="l">
              <a:lnSpc>
                <a:spcPct val="100000"/>
              </a:lnSpc>
              <a:spcBef>
                <a:spcPts val="0"/>
              </a:spcBef>
              <a:spcAft>
                <a:spcPts val="0"/>
              </a:spcAft>
              <a:buSzPts val="4200"/>
              <a:buFont typeface="Raleway"/>
              <a:buNone/>
              <a:defRPr sz="5600">
                <a:latin typeface="Raleway"/>
                <a:ea typeface="Raleway"/>
                <a:cs typeface="Raleway"/>
                <a:sym typeface="Raleway"/>
              </a:defRPr>
            </a:lvl8pPr>
            <a:lvl9pPr lvl="8" algn="l">
              <a:lnSpc>
                <a:spcPct val="100000"/>
              </a:lnSpc>
              <a:spcBef>
                <a:spcPts val="0"/>
              </a:spcBef>
              <a:spcAft>
                <a:spcPts val="0"/>
              </a:spcAft>
              <a:buSzPts val="4200"/>
              <a:buFont typeface="Raleway"/>
              <a:buNone/>
              <a:defRPr sz="5600">
                <a:latin typeface="Raleway"/>
                <a:ea typeface="Raleway"/>
                <a:cs typeface="Raleway"/>
                <a:sym typeface="Raleway"/>
              </a:defRPr>
            </a:lvl9pPr>
          </a:lstStyle>
          <a:p>
            <a:r>
              <a:rPr lang="en-US"/>
              <a:t>Click to edit Master title style</a:t>
            </a:r>
            <a:endParaRPr/>
          </a:p>
        </p:txBody>
      </p:sp>
      <p:sp>
        <p:nvSpPr>
          <p:cNvPr id="18" name="Google Shape;18;p17"/>
          <p:cNvSpPr txBox="1">
            <a:spLocks noGrp="1"/>
          </p:cNvSpPr>
          <p:nvPr>
            <p:ph type="subTitle" idx="1"/>
          </p:nvPr>
        </p:nvSpPr>
        <p:spPr>
          <a:xfrm>
            <a:off x="796933" y="2683533"/>
            <a:ext cx="5393600" cy="45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666666"/>
              </a:buClr>
              <a:buSzPts val="1500"/>
              <a:buFont typeface="Raleway"/>
              <a:buNone/>
              <a:defRPr sz="2000">
                <a:solidFill>
                  <a:srgbClr val="666666"/>
                </a:solidFill>
                <a:latin typeface="Raleway"/>
                <a:ea typeface="Raleway"/>
                <a:cs typeface="Raleway"/>
                <a:sym typeface="Raleway"/>
              </a:defRPr>
            </a:lvl1pPr>
            <a:lvl2pPr lvl="1" algn="l">
              <a:lnSpc>
                <a:spcPct val="100000"/>
              </a:lnSpc>
              <a:spcBef>
                <a:spcPts val="0"/>
              </a:spcBef>
              <a:spcAft>
                <a:spcPts val="0"/>
              </a:spcAft>
              <a:buSzPts val="1900"/>
              <a:buNone/>
              <a:defRPr sz="2533"/>
            </a:lvl2pPr>
            <a:lvl3pPr lvl="2" algn="l">
              <a:lnSpc>
                <a:spcPct val="100000"/>
              </a:lnSpc>
              <a:spcBef>
                <a:spcPts val="0"/>
              </a:spcBef>
              <a:spcAft>
                <a:spcPts val="0"/>
              </a:spcAft>
              <a:buSzPts val="1900"/>
              <a:buNone/>
              <a:defRPr sz="2533"/>
            </a:lvl3pPr>
            <a:lvl4pPr lvl="3" algn="l">
              <a:lnSpc>
                <a:spcPct val="100000"/>
              </a:lnSpc>
              <a:spcBef>
                <a:spcPts val="0"/>
              </a:spcBef>
              <a:spcAft>
                <a:spcPts val="0"/>
              </a:spcAft>
              <a:buSzPts val="1900"/>
              <a:buNone/>
              <a:defRPr sz="2533"/>
            </a:lvl4pPr>
            <a:lvl5pPr lvl="4" algn="l">
              <a:lnSpc>
                <a:spcPct val="100000"/>
              </a:lnSpc>
              <a:spcBef>
                <a:spcPts val="0"/>
              </a:spcBef>
              <a:spcAft>
                <a:spcPts val="0"/>
              </a:spcAft>
              <a:buSzPts val="1900"/>
              <a:buNone/>
              <a:defRPr sz="2533"/>
            </a:lvl5pPr>
            <a:lvl6pPr lvl="5" algn="l">
              <a:lnSpc>
                <a:spcPct val="100000"/>
              </a:lnSpc>
              <a:spcBef>
                <a:spcPts val="0"/>
              </a:spcBef>
              <a:spcAft>
                <a:spcPts val="0"/>
              </a:spcAft>
              <a:buSzPts val="1900"/>
              <a:buNone/>
              <a:defRPr sz="2533"/>
            </a:lvl6pPr>
            <a:lvl7pPr lvl="6" algn="l">
              <a:lnSpc>
                <a:spcPct val="100000"/>
              </a:lnSpc>
              <a:spcBef>
                <a:spcPts val="0"/>
              </a:spcBef>
              <a:spcAft>
                <a:spcPts val="0"/>
              </a:spcAft>
              <a:buSzPts val="1900"/>
              <a:buNone/>
              <a:defRPr sz="2533"/>
            </a:lvl7pPr>
            <a:lvl8pPr lvl="7" algn="l">
              <a:lnSpc>
                <a:spcPct val="100000"/>
              </a:lnSpc>
              <a:spcBef>
                <a:spcPts val="0"/>
              </a:spcBef>
              <a:spcAft>
                <a:spcPts val="0"/>
              </a:spcAft>
              <a:buSzPts val="1900"/>
              <a:buNone/>
              <a:defRPr sz="2533"/>
            </a:lvl8pPr>
            <a:lvl9pPr lvl="8" algn="l">
              <a:lnSpc>
                <a:spcPct val="100000"/>
              </a:lnSpc>
              <a:spcBef>
                <a:spcPts val="0"/>
              </a:spcBef>
              <a:spcAft>
                <a:spcPts val="0"/>
              </a:spcAft>
              <a:buSzPts val="1900"/>
              <a:buNone/>
              <a:defRPr sz="2533"/>
            </a:lvl9pPr>
          </a:lstStyle>
          <a:p>
            <a:r>
              <a:rPr lang="en-US"/>
              <a:t>Click to edit Master subtitle style</a:t>
            </a:r>
            <a:endParaRPr/>
          </a:p>
        </p:txBody>
      </p:sp>
      <p:sp>
        <p:nvSpPr>
          <p:cNvPr id="19" name="Google Shape;19;p17"/>
          <p:cNvSpPr txBox="1">
            <a:spLocks noGrp="1"/>
          </p:cNvSpPr>
          <p:nvPr>
            <p:ph type="sldNum" idx="12"/>
          </p:nvPr>
        </p:nvSpPr>
        <p:spPr>
          <a:xfrm>
            <a:off x="11418811" y="-37011"/>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D9D9D9"/>
                </a:solidFill>
                <a:latin typeface="Arial"/>
                <a:ea typeface="Arial"/>
                <a:cs typeface="Arial"/>
                <a:sym typeface="Arial"/>
              </a:defRPr>
            </a:lvl9pPr>
          </a:lstStyle>
          <a:p>
            <a:fld id="{B93BE24D-C280-4AB3-B4B0-3D39BA9567BF}" type="slidenum">
              <a:rPr lang="en-US" smtClean="0"/>
              <a:t>‹#›</a:t>
            </a:fld>
            <a:endParaRPr lang="en-US"/>
          </a:p>
        </p:txBody>
      </p:sp>
      <p:sp>
        <p:nvSpPr>
          <p:cNvPr id="20" name="Google Shape;20;p17"/>
          <p:cNvSpPr txBox="1">
            <a:spLocks noGrp="1"/>
          </p:cNvSpPr>
          <p:nvPr>
            <p:ph type="subTitle" idx="2"/>
          </p:nvPr>
        </p:nvSpPr>
        <p:spPr>
          <a:xfrm>
            <a:off x="83733" y="6471567"/>
            <a:ext cx="5933600" cy="27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999999"/>
              </a:buClr>
              <a:buSzPts val="700"/>
              <a:buFont typeface="Raleway"/>
              <a:buNone/>
              <a:defRPr sz="933">
                <a:solidFill>
                  <a:srgbClr val="999999"/>
                </a:solidFill>
                <a:latin typeface="Raleway"/>
                <a:ea typeface="Raleway"/>
                <a:cs typeface="Raleway"/>
                <a:sym typeface="Raleway"/>
              </a:defRPr>
            </a:lvl1pPr>
            <a:lvl2pPr lvl="1" algn="l">
              <a:lnSpc>
                <a:spcPct val="100000"/>
              </a:lnSpc>
              <a:spcBef>
                <a:spcPts val="0"/>
              </a:spcBef>
              <a:spcAft>
                <a:spcPts val="0"/>
              </a:spcAft>
              <a:buSzPts val="1100"/>
              <a:buNone/>
              <a:defRPr sz="1467"/>
            </a:lvl2pPr>
            <a:lvl3pPr lvl="2" algn="l">
              <a:lnSpc>
                <a:spcPct val="100000"/>
              </a:lnSpc>
              <a:spcBef>
                <a:spcPts val="0"/>
              </a:spcBef>
              <a:spcAft>
                <a:spcPts val="0"/>
              </a:spcAft>
              <a:buSzPts val="1100"/>
              <a:buNone/>
              <a:defRPr sz="1467"/>
            </a:lvl3pPr>
            <a:lvl4pPr lvl="3" algn="l">
              <a:lnSpc>
                <a:spcPct val="100000"/>
              </a:lnSpc>
              <a:spcBef>
                <a:spcPts val="0"/>
              </a:spcBef>
              <a:spcAft>
                <a:spcPts val="0"/>
              </a:spcAft>
              <a:buSzPts val="1100"/>
              <a:buNone/>
              <a:defRPr sz="1467"/>
            </a:lvl4pPr>
            <a:lvl5pPr lvl="4" algn="l">
              <a:lnSpc>
                <a:spcPct val="100000"/>
              </a:lnSpc>
              <a:spcBef>
                <a:spcPts val="0"/>
              </a:spcBef>
              <a:spcAft>
                <a:spcPts val="0"/>
              </a:spcAft>
              <a:buSzPts val="1100"/>
              <a:buNone/>
              <a:defRPr sz="1467"/>
            </a:lvl5pPr>
            <a:lvl6pPr lvl="5" algn="l">
              <a:lnSpc>
                <a:spcPct val="100000"/>
              </a:lnSpc>
              <a:spcBef>
                <a:spcPts val="0"/>
              </a:spcBef>
              <a:spcAft>
                <a:spcPts val="0"/>
              </a:spcAft>
              <a:buSzPts val="1100"/>
              <a:buNone/>
              <a:defRPr sz="1467"/>
            </a:lvl6pPr>
            <a:lvl7pPr lvl="6" algn="l">
              <a:lnSpc>
                <a:spcPct val="100000"/>
              </a:lnSpc>
              <a:spcBef>
                <a:spcPts val="0"/>
              </a:spcBef>
              <a:spcAft>
                <a:spcPts val="0"/>
              </a:spcAft>
              <a:buSzPts val="1100"/>
              <a:buNone/>
              <a:defRPr sz="1467"/>
            </a:lvl7pPr>
            <a:lvl8pPr lvl="7" algn="l">
              <a:lnSpc>
                <a:spcPct val="100000"/>
              </a:lnSpc>
              <a:spcBef>
                <a:spcPts val="0"/>
              </a:spcBef>
              <a:spcAft>
                <a:spcPts val="0"/>
              </a:spcAft>
              <a:buSzPts val="1100"/>
              <a:buNone/>
              <a:defRPr sz="1467"/>
            </a:lvl8pPr>
            <a:lvl9pPr lvl="8" algn="l">
              <a:lnSpc>
                <a:spcPct val="100000"/>
              </a:lnSpc>
              <a:spcBef>
                <a:spcPts val="0"/>
              </a:spcBef>
              <a:spcAft>
                <a:spcPts val="0"/>
              </a:spcAft>
              <a:buSzPts val="1100"/>
              <a:buNone/>
              <a:defRPr sz="1467"/>
            </a:lvl9pPr>
          </a:lstStyle>
          <a:p>
            <a:r>
              <a:rPr lang="en-US"/>
              <a:t>Click to edit Master subtitle style</a:t>
            </a:r>
            <a:endParaRPr/>
          </a:p>
        </p:txBody>
      </p:sp>
      <p:pic>
        <p:nvPicPr>
          <p:cNvPr id="21" name="Google Shape;21;p17"/>
          <p:cNvPicPr preferRelativeResize="0"/>
          <p:nvPr/>
        </p:nvPicPr>
        <p:blipFill rotWithShape="1">
          <a:blip r:embed="rId2">
            <a:alphaModFix/>
          </a:blip>
          <a:srcRect/>
          <a:stretch/>
        </p:blipFill>
        <p:spPr>
          <a:xfrm>
            <a:off x="10293667" y="6661234"/>
            <a:ext cx="1765100" cy="85133"/>
          </a:xfrm>
          <a:prstGeom prst="rect">
            <a:avLst/>
          </a:prstGeom>
          <a:noFill/>
          <a:ln>
            <a:noFill/>
          </a:ln>
        </p:spPr>
      </p:pic>
      <p:sp>
        <p:nvSpPr>
          <p:cNvPr id="22" name="Google Shape;22;p17"/>
          <p:cNvSpPr txBox="1">
            <a:spLocks noGrp="1"/>
          </p:cNvSpPr>
          <p:nvPr>
            <p:ph type="subTitle" idx="3"/>
          </p:nvPr>
        </p:nvSpPr>
        <p:spPr>
          <a:xfrm>
            <a:off x="796933" y="3380133"/>
            <a:ext cx="5432400" cy="2149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666666"/>
              </a:buClr>
              <a:buSzPts val="1000"/>
              <a:buFont typeface="Raleway"/>
              <a:buNone/>
              <a:defRPr sz="1333">
                <a:solidFill>
                  <a:srgbClr val="666666"/>
                </a:solidFill>
                <a:latin typeface="Raleway"/>
                <a:ea typeface="Raleway"/>
                <a:cs typeface="Raleway"/>
                <a:sym typeface="Raleway"/>
              </a:defRPr>
            </a:lvl1pPr>
            <a:lvl2pPr lvl="1" algn="l">
              <a:lnSpc>
                <a:spcPct val="100000"/>
              </a:lnSpc>
              <a:spcBef>
                <a:spcPts val="0"/>
              </a:spcBef>
              <a:spcAft>
                <a:spcPts val="0"/>
              </a:spcAft>
              <a:buSzPts val="1900"/>
              <a:buNone/>
              <a:defRPr sz="2533"/>
            </a:lvl2pPr>
            <a:lvl3pPr lvl="2" algn="l">
              <a:lnSpc>
                <a:spcPct val="100000"/>
              </a:lnSpc>
              <a:spcBef>
                <a:spcPts val="0"/>
              </a:spcBef>
              <a:spcAft>
                <a:spcPts val="0"/>
              </a:spcAft>
              <a:buSzPts val="1900"/>
              <a:buNone/>
              <a:defRPr sz="2533"/>
            </a:lvl3pPr>
            <a:lvl4pPr lvl="3" algn="l">
              <a:lnSpc>
                <a:spcPct val="100000"/>
              </a:lnSpc>
              <a:spcBef>
                <a:spcPts val="0"/>
              </a:spcBef>
              <a:spcAft>
                <a:spcPts val="0"/>
              </a:spcAft>
              <a:buSzPts val="1900"/>
              <a:buNone/>
              <a:defRPr sz="2533"/>
            </a:lvl4pPr>
            <a:lvl5pPr lvl="4" algn="l">
              <a:lnSpc>
                <a:spcPct val="100000"/>
              </a:lnSpc>
              <a:spcBef>
                <a:spcPts val="0"/>
              </a:spcBef>
              <a:spcAft>
                <a:spcPts val="0"/>
              </a:spcAft>
              <a:buSzPts val="1900"/>
              <a:buNone/>
              <a:defRPr sz="2533"/>
            </a:lvl5pPr>
            <a:lvl6pPr lvl="5" algn="l">
              <a:lnSpc>
                <a:spcPct val="100000"/>
              </a:lnSpc>
              <a:spcBef>
                <a:spcPts val="0"/>
              </a:spcBef>
              <a:spcAft>
                <a:spcPts val="0"/>
              </a:spcAft>
              <a:buSzPts val="1900"/>
              <a:buNone/>
              <a:defRPr sz="2533"/>
            </a:lvl6pPr>
            <a:lvl7pPr lvl="6" algn="l">
              <a:lnSpc>
                <a:spcPct val="100000"/>
              </a:lnSpc>
              <a:spcBef>
                <a:spcPts val="0"/>
              </a:spcBef>
              <a:spcAft>
                <a:spcPts val="0"/>
              </a:spcAft>
              <a:buSzPts val="1900"/>
              <a:buNone/>
              <a:defRPr sz="2533"/>
            </a:lvl7pPr>
            <a:lvl8pPr lvl="7" algn="l">
              <a:lnSpc>
                <a:spcPct val="100000"/>
              </a:lnSpc>
              <a:spcBef>
                <a:spcPts val="0"/>
              </a:spcBef>
              <a:spcAft>
                <a:spcPts val="0"/>
              </a:spcAft>
              <a:buSzPts val="1900"/>
              <a:buNone/>
              <a:defRPr sz="2533"/>
            </a:lvl8pPr>
            <a:lvl9pPr lvl="8" algn="l">
              <a:lnSpc>
                <a:spcPct val="100000"/>
              </a:lnSpc>
              <a:spcBef>
                <a:spcPts val="0"/>
              </a:spcBef>
              <a:spcAft>
                <a:spcPts val="0"/>
              </a:spcAft>
              <a:buSzPts val="1900"/>
              <a:buNone/>
              <a:defRPr sz="2533"/>
            </a:lvl9pPr>
          </a:lstStyle>
          <a:p>
            <a:r>
              <a:rPr lang="en-US"/>
              <a:t>Click to edit Master subtitle style</a:t>
            </a:r>
            <a:endParaRPr/>
          </a:p>
        </p:txBody>
      </p:sp>
    </p:spTree>
    <p:extLst>
      <p:ext uri="{BB962C8B-B14F-4D97-AF65-F5344CB8AC3E}">
        <p14:creationId xmlns:p14="http://schemas.microsoft.com/office/powerpoint/2010/main" val="8508382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1_Diapositiva titolo">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8B8BB45B-E427-799E-C5B3-5FC3201F514B}"/>
              </a:ext>
            </a:extLst>
          </p:cNvPr>
          <p:cNvSpPr>
            <a:spLocks noGrp="1"/>
          </p:cNvSpPr>
          <p:nvPr>
            <p:ph type="title" hasCustomPrompt="1"/>
          </p:nvPr>
        </p:nvSpPr>
        <p:spPr>
          <a:xfrm>
            <a:off x="396790" y="319043"/>
            <a:ext cx="11369891" cy="457738"/>
          </a:xfrm>
          <a:prstGeom prst="rect">
            <a:avLst/>
          </a:prstGeom>
        </p:spPr>
        <p:txBody>
          <a:bodyPr/>
          <a:lstStyle>
            <a:lvl1pPr>
              <a:defRPr sz="4000" b="1" i="0">
                <a:solidFill>
                  <a:schemeClr val="tx2"/>
                </a:solidFill>
                <a:latin typeface="Brandon Grotesque Bold" panose="020B0603020203060202" pitchFamily="34" charset="77"/>
              </a:defRPr>
            </a:lvl1pPr>
          </a:lstStyle>
          <a:p>
            <a:r>
              <a:rPr lang="it-IT"/>
              <a:t>USE THIS LINE FOR WRITE THE TITLE</a:t>
            </a:r>
          </a:p>
        </p:txBody>
      </p:sp>
      <p:sp>
        <p:nvSpPr>
          <p:cNvPr id="18" name="Segnaposto testo 17">
            <a:extLst>
              <a:ext uri="{FF2B5EF4-FFF2-40B4-BE49-F238E27FC236}">
                <a16:creationId xmlns:a16="http://schemas.microsoft.com/office/drawing/2014/main" id="{098CA46A-6B26-1002-44B6-4F4F00301DCB}"/>
              </a:ext>
            </a:extLst>
          </p:cNvPr>
          <p:cNvSpPr>
            <a:spLocks noGrp="1"/>
          </p:cNvSpPr>
          <p:nvPr>
            <p:ph type="body" sz="quarter" idx="10" hasCustomPrompt="1"/>
          </p:nvPr>
        </p:nvSpPr>
        <p:spPr>
          <a:xfrm>
            <a:off x="396790" y="776780"/>
            <a:ext cx="11369675" cy="457738"/>
          </a:xfrm>
          <a:prstGeom prst="rect">
            <a:avLst/>
          </a:prstGeom>
        </p:spPr>
        <p:txBody>
          <a:bodyPr/>
          <a:lstStyle>
            <a:lvl1pPr marL="0" indent="0">
              <a:buFontTx/>
              <a:buNone/>
              <a:defRPr sz="2800" b="1" i="0">
                <a:latin typeface="Brandon Grotesque Bold" panose="020B0603020203060202" pitchFamily="34" charset="77"/>
              </a:defRPr>
            </a:lvl1pPr>
          </a:lstStyle>
          <a:p>
            <a:r>
              <a:rPr lang="it-IT" sz="2400"/>
              <a:t>USE THIS LINE TO WRITE THE SUBTITLE</a:t>
            </a:r>
          </a:p>
        </p:txBody>
      </p:sp>
      <p:sp>
        <p:nvSpPr>
          <p:cNvPr id="22" name="Segnaposto testo 21">
            <a:extLst>
              <a:ext uri="{FF2B5EF4-FFF2-40B4-BE49-F238E27FC236}">
                <a16:creationId xmlns:a16="http://schemas.microsoft.com/office/drawing/2014/main" id="{5A4C87D9-C9D8-5DD4-7475-8399C2FE4468}"/>
              </a:ext>
            </a:extLst>
          </p:cNvPr>
          <p:cNvSpPr>
            <a:spLocks noGrp="1"/>
          </p:cNvSpPr>
          <p:nvPr>
            <p:ph type="body" sz="quarter" idx="11" hasCustomPrompt="1"/>
          </p:nvPr>
        </p:nvSpPr>
        <p:spPr>
          <a:xfrm>
            <a:off x="396790" y="1943100"/>
            <a:ext cx="5597525" cy="4209238"/>
          </a:xfrm>
          <a:prstGeom prst="rect">
            <a:avLst/>
          </a:prstGeom>
        </p:spPr>
        <p:txBody>
          <a:bodyPr/>
          <a:lstStyle>
            <a:lvl1pPr marL="0" indent="0">
              <a:buNone/>
              <a:defRPr sz="1400">
                <a:solidFill>
                  <a:schemeClr val="tx2"/>
                </a:solidFill>
                <a:latin typeface="Brandon Grotesque Medium" panose="020B0603020203060202" pitchFamily="34" charset="77"/>
              </a:defRPr>
            </a:lvl1pPr>
          </a:lstStyle>
          <a:p>
            <a:pPr lvl="0"/>
            <a:r>
              <a:rPr lang="it-IT"/>
              <a:t>USE THIS BOX FOR TEXT CONTENT</a:t>
            </a:r>
          </a:p>
        </p:txBody>
      </p:sp>
      <p:sp>
        <p:nvSpPr>
          <p:cNvPr id="3" name="Segnaposto immagine 2">
            <a:extLst>
              <a:ext uri="{FF2B5EF4-FFF2-40B4-BE49-F238E27FC236}">
                <a16:creationId xmlns:a16="http://schemas.microsoft.com/office/drawing/2014/main" id="{9F983CAD-04B3-E54D-9407-AAE53F779922}"/>
              </a:ext>
            </a:extLst>
          </p:cNvPr>
          <p:cNvSpPr>
            <a:spLocks noGrp="1"/>
          </p:cNvSpPr>
          <p:nvPr>
            <p:ph type="pic" sz="quarter" idx="12"/>
          </p:nvPr>
        </p:nvSpPr>
        <p:spPr>
          <a:xfrm>
            <a:off x="6121487" y="1943100"/>
            <a:ext cx="5660939" cy="4209239"/>
          </a:xfrm>
          <a:prstGeom prst="rect">
            <a:avLst/>
          </a:prstGeom>
        </p:spPr>
        <p:txBody>
          <a:bodyPr/>
          <a:lstStyle>
            <a:lvl1pPr marL="0" indent="0" algn="ctr">
              <a:buFontTx/>
              <a:buNone/>
              <a:defRPr b="1" i="0">
                <a:solidFill>
                  <a:schemeClr val="tx2"/>
                </a:solidFill>
                <a:effectLst>
                  <a:glow rad="228600">
                    <a:schemeClr val="accent1">
                      <a:satMod val="175000"/>
                      <a:alpha val="40000"/>
                    </a:schemeClr>
                  </a:glow>
                </a:effectLst>
                <a:latin typeface="Brandon Grotesque Bold" panose="020B0603020203060202" pitchFamily="34" charset="77"/>
              </a:defRPr>
            </a:lvl1pPr>
          </a:lstStyle>
          <a:p>
            <a:r>
              <a:rPr lang="en-US"/>
              <a:t>Click icon to add picture</a:t>
            </a:r>
            <a:endParaRPr lang="it-IT"/>
          </a:p>
        </p:txBody>
      </p:sp>
    </p:spTree>
    <p:extLst>
      <p:ext uri="{BB962C8B-B14F-4D97-AF65-F5344CB8AC3E}">
        <p14:creationId xmlns:p14="http://schemas.microsoft.com/office/powerpoint/2010/main" val="13228764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_DSO-Velvet Working Slid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903C1E-3B90-4DA4-3231-CEBC8AF2A375}"/>
              </a:ext>
            </a:extLst>
          </p:cNvPr>
          <p:cNvCxnSpPr/>
          <p:nvPr/>
        </p:nvCxnSpPr>
        <p:spPr>
          <a:xfrm>
            <a:off x="0" y="112467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7A214DA4-A47C-F004-BEFD-BA7CEF4F75D5}"/>
              </a:ext>
            </a:extLst>
          </p:cNvPr>
          <p:cNvSpPr>
            <a:spLocks noGrp="1"/>
          </p:cNvSpPr>
          <p:nvPr>
            <p:ph type="title" hasCustomPrompt="1"/>
          </p:nvPr>
        </p:nvSpPr>
        <p:spPr>
          <a:xfrm>
            <a:off x="578225" y="40341"/>
            <a:ext cx="9224682" cy="1124678"/>
          </a:xfrm>
          <a:prstGeom prst="rect">
            <a:avLst/>
          </a:prstGeom>
        </p:spPr>
        <p:txBody>
          <a:bodyPr vert="horz" lIns="91440" tIns="45720" rIns="91440" bIns="45720" rtlCol="0" anchor="ctr">
            <a:normAutofit/>
          </a:bodyPr>
          <a:lstStyle>
            <a:lvl1pPr>
              <a:defRPr sz="2800" b="1" i="0">
                <a:solidFill>
                  <a:schemeClr val="tx1"/>
                </a:solidFill>
                <a:latin typeface="+mn-lt"/>
              </a:defRPr>
            </a:lvl1pPr>
          </a:lstStyle>
          <a:p>
            <a:r>
              <a:rPr lang="en-US"/>
              <a:t>CLICK TO EDIT MASTER TITLE STYLE</a:t>
            </a:r>
          </a:p>
        </p:txBody>
      </p:sp>
      <p:sp>
        <p:nvSpPr>
          <p:cNvPr id="7" name="Text Placeholder 2">
            <a:extLst>
              <a:ext uri="{FF2B5EF4-FFF2-40B4-BE49-F238E27FC236}">
                <a16:creationId xmlns:a16="http://schemas.microsoft.com/office/drawing/2014/main" id="{257F76EC-394F-FC34-DF5F-4E06DD176E2E}"/>
              </a:ext>
            </a:extLst>
          </p:cNvPr>
          <p:cNvSpPr>
            <a:spLocks noGrp="1"/>
          </p:cNvSpPr>
          <p:nvPr>
            <p:ph idx="10" hasCustomPrompt="1"/>
          </p:nvPr>
        </p:nvSpPr>
        <p:spPr>
          <a:xfrm>
            <a:off x="578224" y="1587698"/>
            <a:ext cx="11052302" cy="4145613"/>
          </a:xfrm>
          <a:prstGeom prst="rect">
            <a:avLst/>
          </a:prstGeom>
        </p:spPr>
        <p:txBody>
          <a:bodyPr vert="horz" lIns="91440" tIns="45720" rIns="91440" bIns="45720" rtlCol="0">
            <a:normAutofit/>
          </a:bodyPr>
          <a:lstStyle>
            <a:lvl1pPr marL="285750" indent="-285750" algn="l">
              <a:buFont typeface="Arial" panose="020B0604020202020204" pitchFamily="34" charset="0"/>
              <a:buChar char="•"/>
              <a:defRPr sz="1800" b="0" i="0">
                <a:solidFill>
                  <a:schemeClr val="tx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8" name="Slide Number Placeholder 5">
            <a:extLst>
              <a:ext uri="{FF2B5EF4-FFF2-40B4-BE49-F238E27FC236}">
                <a16:creationId xmlns:a16="http://schemas.microsoft.com/office/drawing/2014/main" id="{F30C47D3-EB4E-E0ED-8367-B6BBFE1F64B9}"/>
              </a:ext>
            </a:extLst>
          </p:cNvPr>
          <p:cNvSpPr>
            <a:spLocks noGrp="1"/>
          </p:cNvSpPr>
          <p:nvPr>
            <p:ph type="sldNum" sz="quarter" idx="4"/>
          </p:nvPr>
        </p:nvSpPr>
        <p:spPr>
          <a:xfrm>
            <a:off x="11592560" y="6456858"/>
            <a:ext cx="304800" cy="219075"/>
          </a:xfrm>
          <a:prstGeom prst="rect">
            <a:avLst/>
          </a:prstGeom>
        </p:spPr>
        <p:txBody>
          <a:bodyPr vert="horz" lIns="0" tIns="45720" rIns="91440" bIns="45720" rtlCol="0" anchor="ctr"/>
          <a:lstStyle>
            <a:lvl1pPr algn="r">
              <a:defRPr sz="800" b="0" i="0">
                <a:solidFill>
                  <a:schemeClr val="tx1"/>
                </a:solidFill>
                <a:latin typeface="+mn-lt"/>
              </a:defRPr>
            </a:lvl1pPr>
          </a:lstStyle>
          <a:p>
            <a:fld id="{B93BE24D-C280-4AB3-B4B0-3D39BA9567BF}" type="slidenum">
              <a:rPr lang="en-US" smtClean="0"/>
              <a:t>‹#›</a:t>
            </a:fld>
            <a:endParaRPr lang="en-US"/>
          </a:p>
        </p:txBody>
      </p:sp>
      <p:cxnSp>
        <p:nvCxnSpPr>
          <p:cNvPr id="9" name="Straight Connector 8">
            <a:extLst>
              <a:ext uri="{FF2B5EF4-FFF2-40B4-BE49-F238E27FC236}">
                <a16:creationId xmlns:a16="http://schemas.microsoft.com/office/drawing/2014/main" id="{7D99AAAE-5832-B61E-BEDA-20462CDEE3FC}"/>
              </a:ext>
            </a:extLst>
          </p:cNvPr>
          <p:cNvCxnSpPr/>
          <p:nvPr/>
        </p:nvCxnSpPr>
        <p:spPr>
          <a:xfrm>
            <a:off x="0" y="1131451"/>
            <a:ext cx="12192000" cy="0"/>
          </a:xfrm>
          <a:prstGeom prst="line">
            <a:avLst/>
          </a:prstGeom>
          <a:ln w="38100">
            <a:solidFill>
              <a:srgbClr val="C3A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37075C-0D5F-6DA1-C976-D9FF3233D8CD}"/>
              </a:ext>
            </a:extLst>
          </p:cNvPr>
          <p:cNvCxnSpPr/>
          <p:nvPr/>
        </p:nvCxnSpPr>
        <p:spPr>
          <a:xfrm>
            <a:off x="0" y="6257757"/>
            <a:ext cx="12192000" cy="0"/>
          </a:xfrm>
          <a:prstGeom prst="line">
            <a:avLst/>
          </a:prstGeom>
          <a:ln w="9525">
            <a:solidFill>
              <a:srgbClr val="C3A060"/>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561A34C0-8994-55AC-95B9-D94B6A572286}"/>
              </a:ext>
            </a:extLst>
          </p:cNvPr>
          <p:cNvSpPr>
            <a:spLocks noGrp="1"/>
          </p:cNvSpPr>
          <p:nvPr>
            <p:ph type="pic" sz="quarter" idx="11"/>
          </p:nvPr>
        </p:nvSpPr>
        <p:spPr>
          <a:xfrm>
            <a:off x="9888342" y="49115"/>
            <a:ext cx="2252662" cy="1016000"/>
          </a:xfrm>
        </p:spPr>
        <p:txBody>
          <a:bodyPr>
            <a:normAutofit/>
          </a:bodyPr>
          <a:lstStyle>
            <a:lvl1pPr marL="0" indent="0">
              <a:buNone/>
              <a:defRPr sz="1000" b="0" i="0">
                <a:latin typeface="Calibri" panose="020F0502020204030204" pitchFamily="34" charset="0"/>
              </a:defRPr>
            </a:lvl1pPr>
          </a:lstStyle>
          <a:p>
            <a:r>
              <a:rPr lang="en-US"/>
              <a:t>Click icon to add picture</a:t>
            </a:r>
          </a:p>
        </p:txBody>
      </p:sp>
      <p:pic>
        <p:nvPicPr>
          <p:cNvPr id="5" name="Graphic 4">
            <a:extLst>
              <a:ext uri="{FF2B5EF4-FFF2-40B4-BE49-F238E27FC236}">
                <a16:creationId xmlns:a16="http://schemas.microsoft.com/office/drawing/2014/main" id="{9869E0DA-9E38-08C9-C7D9-C7F1628152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5754" y="6315066"/>
            <a:ext cx="1390730" cy="502366"/>
          </a:xfrm>
          <a:prstGeom prst="rect">
            <a:avLst/>
          </a:prstGeom>
        </p:spPr>
      </p:pic>
      <p:sp>
        <p:nvSpPr>
          <p:cNvPr id="4" name="Slide Number Placeholder 5">
            <a:extLst>
              <a:ext uri="{FF2B5EF4-FFF2-40B4-BE49-F238E27FC236}">
                <a16:creationId xmlns:a16="http://schemas.microsoft.com/office/drawing/2014/main" id="{2938802F-1DA9-4B32-29A7-CC14B17DECD0}"/>
              </a:ext>
            </a:extLst>
          </p:cNvPr>
          <p:cNvSpPr txBox="1">
            <a:spLocks/>
          </p:cNvSpPr>
          <p:nvPr/>
        </p:nvSpPr>
        <p:spPr>
          <a:xfrm>
            <a:off x="3994638" y="6451370"/>
            <a:ext cx="4202723" cy="219075"/>
          </a:xfrm>
          <a:prstGeom prst="rect">
            <a:avLst/>
          </a:prstGeom>
        </p:spPr>
        <p:txBody>
          <a:bodyPr vert="horz" lIns="0" tIns="45720" rIns="91440" bIns="45720" rtlCol="0" anchor="ctr"/>
          <a:lstStyle>
            <a:defPPr>
              <a:defRPr lang="en-US"/>
            </a:defPPr>
            <a:lvl1pPr marL="0" algn="r" defTabSz="914400" rtl="0" eaLnBrk="1" latinLnBrk="0" hangingPunct="1">
              <a:defRPr sz="800" b="0" i="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t>Disclaimer: All creative &amp; activation elements are FPO &amp; may be altered prior to execution. </a:t>
            </a:r>
          </a:p>
        </p:txBody>
      </p:sp>
    </p:spTree>
    <p:extLst>
      <p:ext uri="{BB962C8B-B14F-4D97-AF65-F5344CB8AC3E}">
        <p14:creationId xmlns:p14="http://schemas.microsoft.com/office/powerpoint/2010/main" val="42600017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Sagamore Working Slide">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8C80247-B510-D760-5E4A-F961320D9948}"/>
              </a:ext>
            </a:extLst>
          </p:cNvPr>
          <p:cNvCxnSpPr/>
          <p:nvPr/>
        </p:nvCxnSpPr>
        <p:spPr>
          <a:xfrm>
            <a:off x="0" y="112467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Placeholder 1">
            <a:extLst>
              <a:ext uri="{FF2B5EF4-FFF2-40B4-BE49-F238E27FC236}">
                <a16:creationId xmlns:a16="http://schemas.microsoft.com/office/drawing/2014/main" id="{97690CB4-B0AA-4F02-A14A-CCF35D641619}"/>
              </a:ext>
            </a:extLst>
          </p:cNvPr>
          <p:cNvSpPr>
            <a:spLocks noGrp="1"/>
          </p:cNvSpPr>
          <p:nvPr>
            <p:ph type="title" hasCustomPrompt="1"/>
          </p:nvPr>
        </p:nvSpPr>
        <p:spPr>
          <a:xfrm>
            <a:off x="578225" y="40341"/>
            <a:ext cx="9224682" cy="1124678"/>
          </a:xfrm>
          <a:prstGeom prst="rect">
            <a:avLst/>
          </a:prstGeom>
        </p:spPr>
        <p:txBody>
          <a:bodyPr vert="horz" lIns="91440" tIns="45720" rIns="91440" bIns="45720" rtlCol="0" anchor="ctr">
            <a:normAutofit/>
          </a:bodyPr>
          <a:lstStyle>
            <a:lvl1pPr>
              <a:defRPr sz="2800" b="1" i="0">
                <a:solidFill>
                  <a:schemeClr val="tx1"/>
                </a:solidFill>
                <a:latin typeface="+mn-lt"/>
              </a:defRPr>
            </a:lvl1pPr>
          </a:lstStyle>
          <a:p>
            <a:r>
              <a:rPr lang="en-US"/>
              <a:t>CLICK TO EDIT MASTER TITLE STYLE</a:t>
            </a:r>
          </a:p>
        </p:txBody>
      </p:sp>
      <p:sp>
        <p:nvSpPr>
          <p:cNvPr id="7" name="Text Placeholder 2">
            <a:extLst>
              <a:ext uri="{FF2B5EF4-FFF2-40B4-BE49-F238E27FC236}">
                <a16:creationId xmlns:a16="http://schemas.microsoft.com/office/drawing/2014/main" id="{2EC32202-EE55-F209-3F3A-718263F874C8}"/>
              </a:ext>
            </a:extLst>
          </p:cNvPr>
          <p:cNvSpPr>
            <a:spLocks noGrp="1"/>
          </p:cNvSpPr>
          <p:nvPr>
            <p:ph idx="10" hasCustomPrompt="1"/>
          </p:nvPr>
        </p:nvSpPr>
        <p:spPr>
          <a:xfrm>
            <a:off x="578224" y="1587698"/>
            <a:ext cx="11052302" cy="4145613"/>
          </a:xfrm>
          <a:prstGeom prst="rect">
            <a:avLst/>
          </a:prstGeom>
        </p:spPr>
        <p:txBody>
          <a:bodyPr vert="horz" lIns="91440" tIns="45720" rIns="91440" bIns="45720" rtlCol="0">
            <a:normAutofit/>
          </a:bodyPr>
          <a:lstStyle>
            <a:lvl1pPr marL="285750" indent="-285750" algn="l">
              <a:buFont typeface="Arial" panose="020B0604020202020204" pitchFamily="34" charset="0"/>
              <a:buChar char="•"/>
              <a:defRPr sz="1800" b="0" i="0">
                <a:solidFill>
                  <a:schemeClr val="tx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8" name="Slide Number Placeholder 5">
            <a:extLst>
              <a:ext uri="{FF2B5EF4-FFF2-40B4-BE49-F238E27FC236}">
                <a16:creationId xmlns:a16="http://schemas.microsoft.com/office/drawing/2014/main" id="{E8ABD388-08B3-DBD7-6A18-1BF410D91961}"/>
              </a:ext>
            </a:extLst>
          </p:cNvPr>
          <p:cNvSpPr>
            <a:spLocks noGrp="1"/>
          </p:cNvSpPr>
          <p:nvPr>
            <p:ph type="sldNum" sz="quarter" idx="4"/>
          </p:nvPr>
        </p:nvSpPr>
        <p:spPr>
          <a:xfrm>
            <a:off x="11592560" y="6456858"/>
            <a:ext cx="304800" cy="219075"/>
          </a:xfrm>
          <a:prstGeom prst="rect">
            <a:avLst/>
          </a:prstGeom>
        </p:spPr>
        <p:txBody>
          <a:bodyPr vert="horz" lIns="0" tIns="45720" rIns="91440" bIns="45720" rtlCol="0" anchor="ctr"/>
          <a:lstStyle>
            <a:lvl1pPr algn="r">
              <a:defRPr sz="800" b="0" i="0">
                <a:solidFill>
                  <a:schemeClr val="tx1"/>
                </a:solidFill>
                <a:latin typeface="+mn-lt"/>
              </a:defRPr>
            </a:lvl1pPr>
          </a:lstStyle>
          <a:p>
            <a:fld id="{B93BE24D-C280-4AB3-B4B0-3D39BA9567BF}" type="slidenum">
              <a:rPr lang="en-US" smtClean="0"/>
              <a:t>‹#›</a:t>
            </a:fld>
            <a:endParaRPr lang="en-US"/>
          </a:p>
        </p:txBody>
      </p:sp>
      <p:cxnSp>
        <p:nvCxnSpPr>
          <p:cNvPr id="9" name="Straight Connector 8">
            <a:extLst>
              <a:ext uri="{FF2B5EF4-FFF2-40B4-BE49-F238E27FC236}">
                <a16:creationId xmlns:a16="http://schemas.microsoft.com/office/drawing/2014/main" id="{09CAFFDF-3F62-3F25-48C2-B63FB3D5AC58}"/>
              </a:ext>
            </a:extLst>
          </p:cNvPr>
          <p:cNvCxnSpPr/>
          <p:nvPr/>
        </p:nvCxnSpPr>
        <p:spPr>
          <a:xfrm>
            <a:off x="0" y="1131451"/>
            <a:ext cx="12192000" cy="0"/>
          </a:xfrm>
          <a:prstGeom prst="line">
            <a:avLst/>
          </a:prstGeom>
          <a:ln w="38100">
            <a:solidFill>
              <a:srgbClr val="78232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6896878-9EAD-9F14-9FCD-F69A8F679AE6}"/>
              </a:ext>
            </a:extLst>
          </p:cNvPr>
          <p:cNvCxnSpPr/>
          <p:nvPr/>
        </p:nvCxnSpPr>
        <p:spPr>
          <a:xfrm>
            <a:off x="0" y="6257757"/>
            <a:ext cx="12192000" cy="0"/>
          </a:xfrm>
          <a:prstGeom prst="line">
            <a:avLst/>
          </a:prstGeom>
          <a:ln w="9525">
            <a:solidFill>
              <a:srgbClr val="78232F"/>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AA83771-E303-5618-AF9A-C4C9726DF415}"/>
              </a:ext>
            </a:extLst>
          </p:cNvPr>
          <p:cNvSpPr>
            <a:spLocks noGrp="1"/>
          </p:cNvSpPr>
          <p:nvPr>
            <p:ph type="pic" sz="quarter" idx="11"/>
          </p:nvPr>
        </p:nvSpPr>
        <p:spPr>
          <a:xfrm>
            <a:off x="9888342" y="49115"/>
            <a:ext cx="2252662" cy="1016000"/>
          </a:xfrm>
        </p:spPr>
        <p:txBody>
          <a:bodyPr>
            <a:normAutofit/>
          </a:bodyPr>
          <a:lstStyle>
            <a:lvl1pPr marL="0" indent="0">
              <a:buNone/>
              <a:defRPr sz="1000" b="0" i="0">
                <a:latin typeface="Calibri" panose="020F0502020204030204" pitchFamily="34" charset="0"/>
              </a:defRPr>
            </a:lvl1pPr>
          </a:lstStyle>
          <a:p>
            <a:r>
              <a:rPr lang="en-US"/>
              <a:t>Click icon to add picture</a:t>
            </a:r>
          </a:p>
        </p:txBody>
      </p:sp>
      <p:pic>
        <p:nvPicPr>
          <p:cNvPr id="15" name="Graphic 14">
            <a:extLst>
              <a:ext uri="{FF2B5EF4-FFF2-40B4-BE49-F238E27FC236}">
                <a16:creationId xmlns:a16="http://schemas.microsoft.com/office/drawing/2014/main" id="{400C77E9-8BCB-F4E1-B24E-27F3859841E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78224" y="6352271"/>
            <a:ext cx="1191309" cy="428248"/>
          </a:xfrm>
          <a:prstGeom prst="rect">
            <a:avLst/>
          </a:prstGeom>
        </p:spPr>
      </p:pic>
      <p:sp>
        <p:nvSpPr>
          <p:cNvPr id="2" name="Slide Number Placeholder 5">
            <a:extLst>
              <a:ext uri="{FF2B5EF4-FFF2-40B4-BE49-F238E27FC236}">
                <a16:creationId xmlns:a16="http://schemas.microsoft.com/office/drawing/2014/main" id="{0DDC2D13-23E4-1733-E3B5-01B17CD5151F}"/>
              </a:ext>
            </a:extLst>
          </p:cNvPr>
          <p:cNvSpPr txBox="1">
            <a:spLocks/>
          </p:cNvSpPr>
          <p:nvPr/>
        </p:nvSpPr>
        <p:spPr>
          <a:xfrm>
            <a:off x="3994638" y="6451370"/>
            <a:ext cx="4202723" cy="219075"/>
          </a:xfrm>
          <a:prstGeom prst="rect">
            <a:avLst/>
          </a:prstGeom>
        </p:spPr>
        <p:txBody>
          <a:bodyPr vert="horz" lIns="0" tIns="45720" rIns="91440" bIns="45720" rtlCol="0" anchor="ctr"/>
          <a:lstStyle>
            <a:defPPr>
              <a:defRPr lang="en-US"/>
            </a:defPPr>
            <a:lvl1pPr marL="0" algn="r" defTabSz="914400" rtl="0" eaLnBrk="1" latinLnBrk="0" hangingPunct="1">
              <a:defRPr sz="800" b="0" i="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t>Disclaimer: All creative &amp; activation elements are FPO &amp; may be altered prior to execution. </a:t>
            </a:r>
          </a:p>
        </p:txBody>
      </p:sp>
    </p:spTree>
    <p:extLst>
      <p:ext uri="{BB962C8B-B14F-4D97-AF65-F5344CB8AC3E}">
        <p14:creationId xmlns:p14="http://schemas.microsoft.com/office/powerpoint/2010/main" val="7559919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D456F7-3291-FD8D-C85A-067CC3351F9C}"/>
              </a:ext>
            </a:extLst>
          </p:cNvPr>
          <p:cNvSpPr>
            <a:spLocks noGrp="1"/>
          </p:cNvSpPr>
          <p:nvPr>
            <p:ph type="dt" sz="half" idx="10"/>
          </p:nvPr>
        </p:nvSpPr>
        <p:spPr/>
        <p:txBody>
          <a:bodyPr/>
          <a:lstStyle/>
          <a:p>
            <a:fld id="{E6E77AD3-FAB3-41B2-86B4-533F9437E3A0}" type="datetimeFigureOut">
              <a:rPr lang="en-US" smtClean="0"/>
              <a:t>8/27/2026</a:t>
            </a:fld>
            <a:endParaRPr lang="en-US"/>
          </a:p>
        </p:txBody>
      </p:sp>
      <p:sp>
        <p:nvSpPr>
          <p:cNvPr id="3" name="Footer Placeholder 2">
            <a:extLst>
              <a:ext uri="{FF2B5EF4-FFF2-40B4-BE49-F238E27FC236}">
                <a16:creationId xmlns:a16="http://schemas.microsoft.com/office/drawing/2014/main" id="{2041B1DA-31E2-7B7D-78DB-6AB89143C4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1157B-E3F2-E4F4-9E21-312125E18B57}"/>
              </a:ext>
            </a:extLst>
          </p:cNvPr>
          <p:cNvSpPr>
            <a:spLocks noGrp="1"/>
          </p:cNvSpPr>
          <p:nvPr>
            <p:ph type="sldNum" sz="quarter" idx="12"/>
          </p:nvPr>
        </p:nvSpPr>
        <p:spPr/>
        <p:txBody>
          <a:bodyPr/>
          <a:lstStyle/>
          <a:p>
            <a:fld id="{B93BE24D-C280-4AB3-B4B0-3D39BA9567BF}" type="slidenum">
              <a:rPr lang="en-US" smtClean="0"/>
              <a:t>‹#›</a:t>
            </a:fld>
            <a:endParaRPr lang="en-US"/>
          </a:p>
        </p:txBody>
      </p:sp>
    </p:spTree>
    <p:extLst>
      <p:ext uri="{BB962C8B-B14F-4D97-AF65-F5344CB8AC3E}">
        <p14:creationId xmlns:p14="http://schemas.microsoft.com/office/powerpoint/2010/main" val="3758047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SO-Velvet 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51B84F-A403-95CE-D6B7-BC662788047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AAE59D6A-64B2-9DD7-ED19-7856D7F947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920" y="681038"/>
            <a:ext cx="3446439" cy="5361127"/>
          </a:xfrm>
          <a:prstGeom prst="rect">
            <a:avLst/>
          </a:prstGeom>
        </p:spPr>
      </p:pic>
      <p:pic>
        <p:nvPicPr>
          <p:cNvPr id="13" name="Picture 12">
            <a:extLst>
              <a:ext uri="{FF2B5EF4-FFF2-40B4-BE49-F238E27FC236}">
                <a16:creationId xmlns:a16="http://schemas.microsoft.com/office/drawing/2014/main" id="{45344AF4-1995-B548-21EA-5AE7B85392F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74642" y="90287"/>
            <a:ext cx="4553546" cy="5639954"/>
          </a:xfrm>
          <a:prstGeom prst="rect">
            <a:avLst/>
          </a:prstGeom>
        </p:spPr>
      </p:pic>
      <p:sp>
        <p:nvSpPr>
          <p:cNvPr id="5" name="Title Placeholder 1">
            <a:extLst>
              <a:ext uri="{FF2B5EF4-FFF2-40B4-BE49-F238E27FC236}">
                <a16:creationId xmlns:a16="http://schemas.microsoft.com/office/drawing/2014/main" id="{5C22FCBE-549E-507A-499F-AC1F63E8C87B}"/>
              </a:ext>
            </a:extLst>
          </p:cNvPr>
          <p:cNvSpPr>
            <a:spLocks noGrp="1"/>
          </p:cNvSpPr>
          <p:nvPr>
            <p:ph type="title"/>
          </p:nvPr>
        </p:nvSpPr>
        <p:spPr>
          <a:xfrm>
            <a:off x="786063" y="4719310"/>
            <a:ext cx="10619874" cy="641817"/>
          </a:xfrm>
          <a:prstGeom prst="rect">
            <a:avLst/>
          </a:prstGeom>
        </p:spPr>
        <p:txBody>
          <a:bodyPr vert="horz" lIns="91440" tIns="45720" rIns="91440" bIns="45720" rtlCol="0" anchor="ctr">
            <a:normAutofit/>
          </a:bodyPr>
          <a:lstStyle>
            <a:lvl1pPr algn="ctr">
              <a:defRPr sz="3200" b="1" i="0">
                <a:solidFill>
                  <a:schemeClr val="bg1"/>
                </a:solidFill>
                <a:latin typeface="+mn-lt"/>
              </a:defRPr>
            </a:lvl1pPr>
          </a:lstStyle>
          <a:p>
            <a:r>
              <a:rPr lang="en-US"/>
              <a:t>Click to edit Master title style</a:t>
            </a:r>
          </a:p>
        </p:txBody>
      </p:sp>
      <p:sp>
        <p:nvSpPr>
          <p:cNvPr id="6" name="Text Placeholder 2">
            <a:extLst>
              <a:ext uri="{FF2B5EF4-FFF2-40B4-BE49-F238E27FC236}">
                <a16:creationId xmlns:a16="http://schemas.microsoft.com/office/drawing/2014/main" id="{6D7A7428-A123-5A1C-96AA-C4A751A9FFF2}"/>
              </a:ext>
            </a:extLst>
          </p:cNvPr>
          <p:cNvSpPr>
            <a:spLocks noGrp="1"/>
          </p:cNvSpPr>
          <p:nvPr>
            <p:ph idx="1" hasCustomPrompt="1"/>
          </p:nvPr>
        </p:nvSpPr>
        <p:spPr>
          <a:xfrm>
            <a:off x="786063" y="5526971"/>
            <a:ext cx="10619874" cy="649991"/>
          </a:xfrm>
          <a:prstGeom prst="rect">
            <a:avLst/>
          </a:prstGeom>
        </p:spPr>
        <p:txBody>
          <a:bodyPr vert="horz" lIns="91440" tIns="45720" rIns="91440" bIns="45720" rtlCol="0">
            <a:normAutofit/>
          </a:bodyPr>
          <a:lstStyle>
            <a:lvl1pPr marL="0" indent="0" algn="ctr">
              <a:buNone/>
              <a:defRPr sz="1400" b="0" i="0">
                <a:solidFill>
                  <a:schemeClr val="bg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7" name="Picture 6">
            <a:extLst>
              <a:ext uri="{FF2B5EF4-FFF2-40B4-BE49-F238E27FC236}">
                <a16:creationId xmlns:a16="http://schemas.microsoft.com/office/drawing/2014/main" id="{55D4A30C-6A66-73B1-A636-E9DFBA54E07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2556067" y="906122"/>
            <a:ext cx="7140826" cy="5045754"/>
          </a:xfrm>
          <a:prstGeom prst="rect">
            <a:avLst/>
          </a:prstGeom>
          <a:effectLst>
            <a:glow rad="228600">
              <a:srgbClr val="000000">
                <a:alpha val="40000"/>
              </a:srgbClr>
            </a:glow>
          </a:effectLst>
        </p:spPr>
      </p:pic>
    </p:spTree>
    <p:extLst>
      <p:ext uri="{BB962C8B-B14F-4D97-AF65-F5344CB8AC3E}">
        <p14:creationId xmlns:p14="http://schemas.microsoft.com/office/powerpoint/2010/main" val="2706918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SO-Velvet Divider Slide">
    <p:spTree>
      <p:nvGrpSpPr>
        <p:cNvPr id="1" name=""/>
        <p:cNvGrpSpPr/>
        <p:nvPr/>
      </p:nvGrpSpPr>
      <p:grpSpPr>
        <a:xfrm>
          <a:off x="0" y="0"/>
          <a:ext cx="0" cy="0"/>
          <a:chOff x="0" y="0"/>
          <a:chExt cx="0" cy="0"/>
        </a:xfrm>
      </p:grpSpPr>
      <p:sp>
        <p:nvSpPr>
          <p:cNvPr id="2" name="Title 9">
            <a:extLst>
              <a:ext uri="{FF2B5EF4-FFF2-40B4-BE49-F238E27FC236}">
                <a16:creationId xmlns:a16="http://schemas.microsoft.com/office/drawing/2014/main" id="{898EF6C0-8697-AD38-EC4D-B086BFEF596D}"/>
              </a:ext>
            </a:extLst>
          </p:cNvPr>
          <p:cNvSpPr>
            <a:spLocks noGrp="1"/>
          </p:cNvSpPr>
          <p:nvPr>
            <p:ph type="title"/>
          </p:nvPr>
        </p:nvSpPr>
        <p:spPr>
          <a:xfrm>
            <a:off x="838200" y="681038"/>
            <a:ext cx="5257800" cy="1222791"/>
          </a:xfrm>
        </p:spPr>
        <p:txBody>
          <a:bodyPr>
            <a:normAutofit/>
          </a:bodyPr>
          <a:lstStyle>
            <a:lvl1pPr>
              <a:defRPr sz="2800" b="1" i="0">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0DE02262-F9DC-2BB6-6CAB-B8786D057FA0}"/>
              </a:ext>
            </a:extLst>
          </p:cNvPr>
          <p:cNvSpPr>
            <a:spLocks noGrp="1"/>
          </p:cNvSpPr>
          <p:nvPr>
            <p:ph idx="10" hasCustomPrompt="1"/>
          </p:nvPr>
        </p:nvSpPr>
        <p:spPr>
          <a:xfrm>
            <a:off x="838200" y="2085473"/>
            <a:ext cx="5257799" cy="4091489"/>
          </a:xfrm>
          <a:prstGeom prst="rect">
            <a:avLst/>
          </a:prstGeom>
        </p:spPr>
        <p:txBody>
          <a:bodyPr vert="horz" lIns="91440" tIns="45720" rIns="91440" bIns="45720" rtlCol="0">
            <a:normAutofit/>
          </a:bodyPr>
          <a:lstStyle>
            <a:lvl1pPr marL="285750" indent="-285750" algn="l">
              <a:buFont typeface="Arial" panose="020B0604020202020204" pitchFamily="34" charset="0"/>
              <a:buChar char="•"/>
              <a:defRPr sz="1800" b="0" i="0">
                <a:solidFill>
                  <a:schemeClr val="tx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602037A4-FB97-BC8D-C3D0-60779EF8FE6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934198" y="0"/>
            <a:ext cx="5257802" cy="6858000"/>
          </a:xfrm>
          <a:prstGeom prst="rect">
            <a:avLst/>
          </a:prstGeom>
        </p:spPr>
      </p:pic>
    </p:spTree>
    <p:extLst>
      <p:ext uri="{BB962C8B-B14F-4D97-AF65-F5344CB8AC3E}">
        <p14:creationId xmlns:p14="http://schemas.microsoft.com/office/powerpoint/2010/main" val="28776599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SO-Velvet Working Slid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903C1E-3B90-4DA4-3231-CEBC8AF2A375}"/>
              </a:ext>
            </a:extLst>
          </p:cNvPr>
          <p:cNvCxnSpPr/>
          <p:nvPr/>
        </p:nvCxnSpPr>
        <p:spPr>
          <a:xfrm>
            <a:off x="0" y="112467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7A214DA4-A47C-F004-BEFD-BA7CEF4F75D5}"/>
              </a:ext>
            </a:extLst>
          </p:cNvPr>
          <p:cNvSpPr>
            <a:spLocks noGrp="1"/>
          </p:cNvSpPr>
          <p:nvPr>
            <p:ph type="title" hasCustomPrompt="1"/>
          </p:nvPr>
        </p:nvSpPr>
        <p:spPr>
          <a:xfrm>
            <a:off x="578225" y="40341"/>
            <a:ext cx="9224682" cy="1124678"/>
          </a:xfrm>
          <a:prstGeom prst="rect">
            <a:avLst/>
          </a:prstGeom>
        </p:spPr>
        <p:txBody>
          <a:bodyPr vert="horz" lIns="91440" tIns="45720" rIns="91440" bIns="45720" rtlCol="0" anchor="ctr">
            <a:normAutofit/>
          </a:bodyPr>
          <a:lstStyle>
            <a:lvl1pPr>
              <a:defRPr sz="2800" b="1" i="0">
                <a:solidFill>
                  <a:schemeClr val="tx1"/>
                </a:solidFill>
                <a:latin typeface="+mn-lt"/>
              </a:defRPr>
            </a:lvl1pPr>
          </a:lstStyle>
          <a:p>
            <a:r>
              <a:rPr lang="en-US"/>
              <a:t>CLICK TO EDIT MASTER TITLE STYLE</a:t>
            </a:r>
          </a:p>
        </p:txBody>
      </p:sp>
      <p:sp>
        <p:nvSpPr>
          <p:cNvPr id="7" name="Text Placeholder 2">
            <a:extLst>
              <a:ext uri="{FF2B5EF4-FFF2-40B4-BE49-F238E27FC236}">
                <a16:creationId xmlns:a16="http://schemas.microsoft.com/office/drawing/2014/main" id="{257F76EC-394F-FC34-DF5F-4E06DD176E2E}"/>
              </a:ext>
            </a:extLst>
          </p:cNvPr>
          <p:cNvSpPr>
            <a:spLocks noGrp="1"/>
          </p:cNvSpPr>
          <p:nvPr>
            <p:ph idx="10" hasCustomPrompt="1"/>
          </p:nvPr>
        </p:nvSpPr>
        <p:spPr>
          <a:xfrm>
            <a:off x="578224" y="1587698"/>
            <a:ext cx="11052302" cy="4145613"/>
          </a:xfrm>
          <a:prstGeom prst="rect">
            <a:avLst/>
          </a:prstGeom>
        </p:spPr>
        <p:txBody>
          <a:bodyPr vert="horz" lIns="91440" tIns="45720" rIns="91440" bIns="45720" rtlCol="0">
            <a:normAutofit/>
          </a:bodyPr>
          <a:lstStyle>
            <a:lvl1pPr marL="285750" indent="-285750" algn="l">
              <a:buFont typeface="Arial" panose="020B0604020202020204" pitchFamily="34" charset="0"/>
              <a:buChar char="•"/>
              <a:defRPr sz="1800" b="0" i="0">
                <a:solidFill>
                  <a:schemeClr val="tx1"/>
                </a:solidFill>
                <a:latin typeface="+mn-lt"/>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8" name="Slide Number Placeholder 5">
            <a:extLst>
              <a:ext uri="{FF2B5EF4-FFF2-40B4-BE49-F238E27FC236}">
                <a16:creationId xmlns:a16="http://schemas.microsoft.com/office/drawing/2014/main" id="{F30C47D3-EB4E-E0ED-8367-B6BBFE1F64B9}"/>
              </a:ext>
            </a:extLst>
          </p:cNvPr>
          <p:cNvSpPr>
            <a:spLocks noGrp="1"/>
          </p:cNvSpPr>
          <p:nvPr>
            <p:ph type="sldNum" sz="quarter" idx="4"/>
          </p:nvPr>
        </p:nvSpPr>
        <p:spPr>
          <a:xfrm>
            <a:off x="11592560" y="6456858"/>
            <a:ext cx="304800" cy="219075"/>
          </a:xfrm>
          <a:prstGeom prst="rect">
            <a:avLst/>
          </a:prstGeom>
        </p:spPr>
        <p:txBody>
          <a:bodyPr vert="horz" lIns="0" tIns="45720" rIns="91440" bIns="45720" rtlCol="0" anchor="ctr"/>
          <a:lstStyle>
            <a:lvl1pPr algn="r">
              <a:defRPr sz="800" b="0" i="0">
                <a:solidFill>
                  <a:schemeClr val="tx1"/>
                </a:solidFill>
                <a:latin typeface="+mn-lt"/>
              </a:defRPr>
            </a:lvl1pPr>
          </a:lstStyle>
          <a:p>
            <a:fld id="{AD7605D3-849B-42A9-9692-386E2548791E}" type="slidenum">
              <a:rPr lang="en-GB" smtClean="0"/>
              <a:pPr/>
              <a:t>‹#›</a:t>
            </a:fld>
            <a:endParaRPr lang="en-GB"/>
          </a:p>
        </p:txBody>
      </p:sp>
      <p:cxnSp>
        <p:nvCxnSpPr>
          <p:cNvPr id="9" name="Straight Connector 8">
            <a:extLst>
              <a:ext uri="{FF2B5EF4-FFF2-40B4-BE49-F238E27FC236}">
                <a16:creationId xmlns:a16="http://schemas.microsoft.com/office/drawing/2014/main" id="{7D99AAAE-5832-B61E-BEDA-20462CDEE3FC}"/>
              </a:ext>
            </a:extLst>
          </p:cNvPr>
          <p:cNvCxnSpPr/>
          <p:nvPr/>
        </p:nvCxnSpPr>
        <p:spPr>
          <a:xfrm>
            <a:off x="0" y="1131451"/>
            <a:ext cx="12192000" cy="0"/>
          </a:xfrm>
          <a:prstGeom prst="line">
            <a:avLst/>
          </a:prstGeom>
          <a:ln w="38100">
            <a:solidFill>
              <a:srgbClr val="C3A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37075C-0D5F-6DA1-C976-D9FF3233D8CD}"/>
              </a:ext>
            </a:extLst>
          </p:cNvPr>
          <p:cNvCxnSpPr/>
          <p:nvPr/>
        </p:nvCxnSpPr>
        <p:spPr>
          <a:xfrm>
            <a:off x="0" y="6257757"/>
            <a:ext cx="12192000" cy="0"/>
          </a:xfrm>
          <a:prstGeom prst="line">
            <a:avLst/>
          </a:prstGeom>
          <a:ln w="9525">
            <a:solidFill>
              <a:srgbClr val="C3A060"/>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561A34C0-8994-55AC-95B9-D94B6A572286}"/>
              </a:ext>
            </a:extLst>
          </p:cNvPr>
          <p:cNvSpPr>
            <a:spLocks noGrp="1"/>
          </p:cNvSpPr>
          <p:nvPr>
            <p:ph type="pic" sz="quarter" idx="11"/>
          </p:nvPr>
        </p:nvSpPr>
        <p:spPr>
          <a:xfrm>
            <a:off x="9888342" y="49115"/>
            <a:ext cx="2252662" cy="1016000"/>
          </a:xfrm>
        </p:spPr>
        <p:txBody>
          <a:bodyPr>
            <a:normAutofit/>
          </a:bodyPr>
          <a:lstStyle>
            <a:lvl1pPr marL="0" indent="0">
              <a:buNone/>
              <a:defRPr sz="1000" b="0" i="0">
                <a:latin typeface="Calibri" panose="020F0502020204030204" pitchFamily="34" charset="0"/>
              </a:defRPr>
            </a:lvl1pPr>
          </a:lstStyle>
          <a:p>
            <a:r>
              <a:rPr lang="en-US"/>
              <a:t>Click icon to add picture</a:t>
            </a:r>
          </a:p>
        </p:txBody>
      </p:sp>
      <p:pic>
        <p:nvPicPr>
          <p:cNvPr id="15" name="Graphic 14">
            <a:extLst>
              <a:ext uri="{FF2B5EF4-FFF2-40B4-BE49-F238E27FC236}">
                <a16:creationId xmlns:a16="http://schemas.microsoft.com/office/drawing/2014/main" id="{F8B14D90-6818-8B68-C4E8-122D5AB2133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70233" y="6052539"/>
            <a:ext cx="1481115" cy="1046566"/>
          </a:xfrm>
          <a:prstGeom prst="rect">
            <a:avLst/>
          </a:prstGeom>
        </p:spPr>
      </p:pic>
      <p:pic>
        <p:nvPicPr>
          <p:cNvPr id="5" name="Graphic 4">
            <a:extLst>
              <a:ext uri="{FF2B5EF4-FFF2-40B4-BE49-F238E27FC236}">
                <a16:creationId xmlns:a16="http://schemas.microsoft.com/office/drawing/2014/main" id="{9869E0DA-9E38-08C9-C7D9-C7F1628152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1123" y="6315066"/>
            <a:ext cx="1390730" cy="502366"/>
          </a:xfrm>
          <a:prstGeom prst="rect">
            <a:avLst/>
          </a:prstGeom>
        </p:spPr>
      </p:pic>
    </p:spTree>
    <p:extLst>
      <p:ext uri="{BB962C8B-B14F-4D97-AF65-F5344CB8AC3E}">
        <p14:creationId xmlns:p14="http://schemas.microsoft.com/office/powerpoint/2010/main" val="18882475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B296-D9B7-B247-BCC1-13B5EC07D052}"/>
              </a:ext>
            </a:extLst>
          </p:cNvPr>
          <p:cNvSpPr>
            <a:spLocks noGrp="1"/>
          </p:cNvSpPr>
          <p:nvPr>
            <p:ph type="ctrTitle" hasCustomPrompt="1"/>
          </p:nvPr>
        </p:nvSpPr>
        <p:spPr>
          <a:xfrm>
            <a:off x="1089991" y="3860803"/>
            <a:ext cx="10012017" cy="1452878"/>
          </a:xfrm>
        </p:spPr>
        <p:txBody>
          <a:bodyPr anchor="b">
            <a:normAutofit/>
          </a:bodyPr>
          <a:lstStyle>
            <a:lvl1pPr algn="ctr">
              <a:defRPr sz="3200" b="1" i="0" spc="200" baseline="0">
                <a:solidFill>
                  <a:schemeClr val="bg1"/>
                </a:solidFill>
                <a:latin typeface="+mj-lt"/>
                <a:cs typeface="Arial Narrow"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753946"/>
            <a:ext cx="9144000" cy="707806"/>
          </a:xfrm>
        </p:spPr>
        <p:txBody>
          <a:bodyPr/>
          <a:lstStyle>
            <a:lvl1pPr marL="0" indent="0" algn="ctr">
              <a:buNone/>
              <a:defRPr sz="2400" b="0" i="0" spc="200" baseline="0">
                <a:solidFill>
                  <a:schemeClr val="bg1"/>
                </a:solidFill>
                <a:latin typeface="+mj-lt"/>
                <a:cs typeface="Arial Narrow"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716700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rand Cover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22EE18-6AA9-EC4B-96F8-CAAE0A363177}"/>
              </a:ext>
            </a:extLst>
          </p:cNvPr>
          <p:cNvPicPr>
            <a:picLocks noChangeAspect="1"/>
          </p:cNvPicPr>
          <p:nvPr/>
        </p:nvPicPr>
        <p:blipFill>
          <a:blip r:embed="rId2"/>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202239"/>
            <a:ext cx="9144000" cy="685072"/>
          </a:xfrm>
        </p:spPr>
        <p:txBody>
          <a:bodyPr/>
          <a:lstStyle>
            <a:lvl1pPr marL="0" indent="0" algn="ctr">
              <a:buNone/>
              <a:defRPr sz="2224" b="0" i="0" spc="278">
                <a:solidFill>
                  <a:schemeClr val="bg1"/>
                </a:solidFill>
                <a:latin typeface="Arial Narrow" panose="020B0604020202020204" pitchFamily="34" charset="0"/>
                <a:cs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pic>
        <p:nvPicPr>
          <p:cNvPr id="4" name="Picture 3">
            <a:extLst>
              <a:ext uri="{FF2B5EF4-FFF2-40B4-BE49-F238E27FC236}">
                <a16:creationId xmlns:a16="http://schemas.microsoft.com/office/drawing/2014/main" id="{5062E2E0-566E-AD47-A756-EBFC536F964C}"/>
              </a:ext>
            </a:extLst>
          </p:cNvPr>
          <p:cNvPicPr>
            <a:picLocks noChangeAspect="1"/>
          </p:cNvPicPr>
          <p:nvPr/>
        </p:nvPicPr>
        <p:blipFill>
          <a:blip r:embed="rId3"/>
          <a:stretch>
            <a:fillRect/>
          </a:stretch>
        </p:blipFill>
        <p:spPr>
          <a:xfrm>
            <a:off x="3227832" y="1936314"/>
            <a:ext cx="5797296" cy="1869010"/>
          </a:xfrm>
          <a:prstGeom prst="rect">
            <a:avLst/>
          </a:prstGeom>
        </p:spPr>
      </p:pic>
      <p:cxnSp>
        <p:nvCxnSpPr>
          <p:cNvPr id="8" name="Straight Connector 7">
            <a:extLst>
              <a:ext uri="{FF2B5EF4-FFF2-40B4-BE49-F238E27FC236}">
                <a16:creationId xmlns:a16="http://schemas.microsoft.com/office/drawing/2014/main" id="{7BBC75B3-7955-5048-8599-C4A2BD9BA4C0}"/>
              </a:ext>
            </a:extLst>
          </p:cNvPr>
          <p:cNvCxnSpPr/>
          <p:nvPr/>
        </p:nvCxnSpPr>
        <p:spPr>
          <a:xfrm>
            <a:off x="4899379" y="4846320"/>
            <a:ext cx="204328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004560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594289-0265-8843-BB4B-C13796E4B36E}"/>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DCB296-D9B7-B247-BCC1-13B5EC07D052}"/>
              </a:ext>
            </a:extLst>
          </p:cNvPr>
          <p:cNvSpPr>
            <a:spLocks noGrp="1"/>
          </p:cNvSpPr>
          <p:nvPr>
            <p:ph type="ctrTitle" hasCustomPrompt="1"/>
          </p:nvPr>
        </p:nvSpPr>
        <p:spPr>
          <a:xfrm>
            <a:off x="1524000" y="3860800"/>
            <a:ext cx="9144000" cy="1452878"/>
          </a:xfrm>
        </p:spPr>
        <p:txBody>
          <a:bodyPr anchor="b">
            <a:normAutofit/>
          </a:bodyPr>
          <a:lstStyle>
            <a:lvl1pPr algn="ctr">
              <a:defRPr sz="4077" b="1" i="0" spc="93" baseline="0">
                <a:solidFill>
                  <a:schemeClr val="bg1"/>
                </a:solidFill>
                <a:latin typeface="Arial Narrow" panose="020B0604020202020204" pitchFamily="34" charset="0"/>
                <a:cs typeface="Arial Narrow"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1524000" y="5753946"/>
            <a:ext cx="9144000" cy="707806"/>
          </a:xfrm>
        </p:spPr>
        <p:txBody>
          <a:bodyPr/>
          <a:lstStyle>
            <a:lvl1pPr marL="0" indent="0" algn="ctr">
              <a:buNone/>
              <a:defRPr sz="2224" b="0" i="0" spc="278">
                <a:solidFill>
                  <a:schemeClr val="bg1"/>
                </a:solidFill>
                <a:latin typeface="Arial Narrow" panose="020B0604020202020204" pitchFamily="34" charset="0"/>
                <a:cs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cxnSp>
        <p:nvCxnSpPr>
          <p:cNvPr id="9" name="Straight Connector 8">
            <a:extLst>
              <a:ext uri="{FF2B5EF4-FFF2-40B4-BE49-F238E27FC236}">
                <a16:creationId xmlns:a16="http://schemas.microsoft.com/office/drawing/2014/main" id="{E8532963-DF3C-E844-883E-C51C31C67639}"/>
              </a:ext>
            </a:extLst>
          </p:cNvPr>
          <p:cNvCxnSpPr/>
          <p:nvPr/>
        </p:nvCxnSpPr>
        <p:spPr>
          <a:xfrm>
            <a:off x="4899379" y="5533813"/>
            <a:ext cx="204328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42F3DC27-5449-5844-B6C8-5E1CA3F0ED4A}"/>
              </a:ext>
            </a:extLst>
          </p:cNvPr>
          <p:cNvPicPr>
            <a:picLocks noChangeAspect="1"/>
          </p:cNvPicPr>
          <p:nvPr/>
        </p:nvPicPr>
        <p:blipFill>
          <a:blip r:embed="rId3"/>
          <a:stretch>
            <a:fillRect/>
          </a:stretch>
        </p:blipFill>
        <p:spPr>
          <a:xfrm>
            <a:off x="3227832" y="1936314"/>
            <a:ext cx="5797296" cy="1869010"/>
          </a:xfrm>
          <a:prstGeom prst="rect">
            <a:avLst/>
          </a:prstGeom>
        </p:spPr>
      </p:pic>
    </p:spTree>
    <p:extLst>
      <p:ext uri="{BB962C8B-B14F-4D97-AF65-F5344CB8AC3E}">
        <p14:creationId xmlns:p14="http://schemas.microsoft.com/office/powerpoint/2010/main" val="12933321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Photo Title Slid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7DE3EE3-1D68-C749-BF9E-39DD88081281}"/>
              </a:ext>
            </a:extLst>
          </p:cNvPr>
          <p:cNvPicPr>
            <a:picLocks noChangeAspect="1"/>
          </p:cNvPicPr>
          <p:nvPr/>
        </p:nvPicPr>
        <p:blipFill rotWithShape="1">
          <a:blip r:embed="rId2"/>
          <a:srcRect b="20156"/>
          <a:stretch/>
        </p:blipFill>
        <p:spPr>
          <a:xfrm>
            <a:off x="381001" y="398779"/>
            <a:ext cx="11429999" cy="6078222"/>
          </a:xfrm>
          <a:prstGeom prst="rect">
            <a:avLst/>
          </a:prstGeom>
        </p:spPr>
      </p:pic>
      <p:sp>
        <p:nvSpPr>
          <p:cNvPr id="12" name="Rectangle 11">
            <a:extLst>
              <a:ext uri="{FF2B5EF4-FFF2-40B4-BE49-F238E27FC236}">
                <a16:creationId xmlns:a16="http://schemas.microsoft.com/office/drawing/2014/main" id="{BB947BF9-6882-C741-A6F5-6027DDFDCE30}"/>
              </a:ext>
            </a:extLst>
          </p:cNvPr>
          <p:cNvSpPr/>
          <p:nvPr/>
        </p:nvSpPr>
        <p:spPr>
          <a:xfrm>
            <a:off x="644313" y="674156"/>
            <a:ext cx="5471532" cy="552747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sp>
        <p:nvSpPr>
          <p:cNvPr id="2" name="Title 1">
            <a:extLst>
              <a:ext uri="{FF2B5EF4-FFF2-40B4-BE49-F238E27FC236}">
                <a16:creationId xmlns:a16="http://schemas.microsoft.com/office/drawing/2014/main" id="{B9DCB296-D9B7-B247-BCC1-13B5EC07D052}"/>
              </a:ext>
            </a:extLst>
          </p:cNvPr>
          <p:cNvSpPr>
            <a:spLocks noGrp="1"/>
          </p:cNvSpPr>
          <p:nvPr>
            <p:ph type="ctrTitle" hasCustomPrompt="1"/>
          </p:nvPr>
        </p:nvSpPr>
        <p:spPr>
          <a:xfrm>
            <a:off x="972346" y="1976122"/>
            <a:ext cx="4723471" cy="1452878"/>
          </a:xfrm>
        </p:spPr>
        <p:txBody>
          <a:bodyPr anchor="b">
            <a:normAutofit/>
          </a:bodyPr>
          <a:lstStyle>
            <a:lvl1pPr algn="l">
              <a:defRPr sz="4077" b="1" i="0" spc="93" baseline="0">
                <a:solidFill>
                  <a:schemeClr val="accent1"/>
                </a:solidFill>
                <a:latin typeface="Arial Narrow"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8CAD36B-1FA6-3C40-90FC-1B54871752B1}"/>
              </a:ext>
            </a:extLst>
          </p:cNvPr>
          <p:cNvSpPr>
            <a:spLocks noGrp="1"/>
          </p:cNvSpPr>
          <p:nvPr>
            <p:ph type="subTitle" idx="1" hasCustomPrompt="1"/>
          </p:nvPr>
        </p:nvSpPr>
        <p:spPr>
          <a:xfrm>
            <a:off x="972346" y="3869268"/>
            <a:ext cx="4723471" cy="707806"/>
          </a:xfrm>
        </p:spPr>
        <p:txBody>
          <a:bodyPr/>
          <a:lstStyle>
            <a:lvl1pPr marL="0" indent="0" algn="l">
              <a:buNone/>
              <a:defRPr sz="2224" b="0" i="0" spc="278">
                <a:solidFill>
                  <a:schemeClr val="tx1"/>
                </a:solidFill>
                <a:latin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cxnSp>
        <p:nvCxnSpPr>
          <p:cNvPr id="9" name="Straight Connector 8">
            <a:extLst>
              <a:ext uri="{FF2B5EF4-FFF2-40B4-BE49-F238E27FC236}">
                <a16:creationId xmlns:a16="http://schemas.microsoft.com/office/drawing/2014/main" id="{E8532963-DF3C-E844-883E-C51C31C67639}"/>
              </a:ext>
            </a:extLst>
          </p:cNvPr>
          <p:cNvCxnSpPr>
            <a:cxnSpLocks/>
          </p:cNvCxnSpPr>
          <p:nvPr/>
        </p:nvCxnSpPr>
        <p:spPr>
          <a:xfrm>
            <a:off x="1086650" y="3649135"/>
            <a:ext cx="20432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058859"/>
      </p:ext>
    </p:extLst>
  </p:cSld>
  <p:clrMapOvr>
    <a:masterClrMapping/>
  </p:clrMapOvr>
  <p:hf hdr="0" ftr="0" dt="0"/>
  <p:extLst>
    <p:ext uri="{DCECCB84-F9BA-43D5-87BE-67443E8EF086}">
      <p15:sldGuideLst xmlns:p15="http://schemas.microsoft.com/office/powerpoint/2012/main">
        <p15:guide id="1" pos="7440">
          <p15:clr>
            <a:srgbClr val="FBAE40"/>
          </p15:clr>
        </p15:guide>
        <p15:guide id="2" pos="240">
          <p15:clr>
            <a:srgbClr val="FBAE40"/>
          </p15:clr>
        </p15:guide>
        <p15:guide id="3" orient="horz" pos="4080">
          <p15:clr>
            <a:srgbClr val="FBAE40"/>
          </p15:clr>
        </p15:guide>
        <p15:guide id="4" orient="horz" pos="2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1429DD1-4CF9-E540-AB49-6E3AAD0EE875}"/>
              </a:ext>
            </a:extLst>
          </p:cNvPr>
          <p:cNvPicPr>
            <a:picLocks noChangeAspect="1"/>
          </p:cNvPicPr>
          <p:nvPr/>
        </p:nvPicPr>
        <p:blipFill rotWithShape="1">
          <a:blip r:embed="rId2"/>
          <a:srcRect l="92457" b="87723"/>
          <a:stretch/>
        </p:blipFill>
        <p:spPr>
          <a:xfrm>
            <a:off x="11272322" y="1"/>
            <a:ext cx="919678" cy="841949"/>
          </a:xfrm>
          <a:prstGeom prst="rect">
            <a:avLst/>
          </a:prstGeom>
        </p:spPr>
      </p:pic>
      <p:sp>
        <p:nvSpPr>
          <p:cNvPr id="3" name="Content Placeholder 2">
            <a:extLst>
              <a:ext uri="{FF2B5EF4-FFF2-40B4-BE49-F238E27FC236}">
                <a16:creationId xmlns:a16="http://schemas.microsoft.com/office/drawing/2014/main" id="{DA310CBE-6A8F-8F49-9804-99E287DB1235}"/>
              </a:ext>
            </a:extLst>
          </p:cNvPr>
          <p:cNvSpPr>
            <a:spLocks noGrp="1"/>
          </p:cNvSpPr>
          <p:nvPr>
            <p:ph idx="1"/>
          </p:nvPr>
        </p:nvSpPr>
        <p:spPr>
          <a:xfrm>
            <a:off x="527746" y="1212976"/>
            <a:ext cx="11207055"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cxnSp>
        <p:nvCxnSpPr>
          <p:cNvPr id="9" name="Straight Connector 8">
            <a:extLst>
              <a:ext uri="{FF2B5EF4-FFF2-40B4-BE49-F238E27FC236}">
                <a16:creationId xmlns:a16="http://schemas.microsoft.com/office/drawing/2014/main" id="{974A32C6-C86E-DF4D-982E-86B932F3AC82}"/>
              </a:ext>
            </a:extLst>
          </p:cNvPr>
          <p:cNvCxnSpPr/>
          <p:nvPr/>
        </p:nvCxnSpPr>
        <p:spPr>
          <a:xfrm>
            <a:off x="380247" y="994289"/>
            <a:ext cx="11425473" cy="0"/>
          </a:xfrm>
          <a:prstGeom prst="line">
            <a:avLst/>
          </a:prstGeom>
          <a:ln w="38100">
            <a:solidFill>
              <a:srgbClr val="772630"/>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56EC3485-18BD-6348-8813-4AAC86D920C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5945540"/>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81AF6F-14AB-E24D-A94C-A258A758E50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EC0281-053D-AD4C-AFCD-AE7B7EB194B0}"/>
              </a:ext>
            </a:extLst>
          </p:cNvPr>
          <p:cNvSpPr>
            <a:spLocks noGrp="1"/>
          </p:cNvSpPr>
          <p:nvPr>
            <p:ph type="title" hasCustomPrompt="1"/>
          </p:nvPr>
        </p:nvSpPr>
        <p:spPr>
          <a:xfrm>
            <a:off x="838200" y="1934898"/>
            <a:ext cx="10515600" cy="2852737"/>
          </a:xfrm>
        </p:spPr>
        <p:txBody>
          <a:bodyPr anchor="ctr">
            <a:normAutofit/>
          </a:bodyPr>
          <a:lstStyle>
            <a:lvl1pPr algn="ctr">
              <a:defRPr sz="4077" b="1" i="0" spc="93" baseline="0">
                <a:solidFill>
                  <a:schemeClr val="bg1"/>
                </a:solidFill>
                <a:latin typeface="Arial Narrow"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836489985"/>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ntent_Lef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7" y="1014984"/>
            <a:ext cx="5712737"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6" y="1212976"/>
            <a:ext cx="5256367"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6318505" y="1212976"/>
            <a:ext cx="5256367"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Tree>
    <p:extLst>
      <p:ext uri="{BB962C8B-B14F-4D97-AF65-F5344CB8AC3E}">
        <p14:creationId xmlns:p14="http://schemas.microsoft.com/office/powerpoint/2010/main" val="3357650728"/>
      </p:ext>
    </p:extLst>
  </p:cSld>
  <p:clrMapOvr>
    <a:masterClrMapping/>
  </p:clrMapOvr>
  <p:hf hdr="0" ftr="0" dt="0"/>
  <p:extLst>
    <p:ext uri="{DCECCB84-F9BA-43D5-87BE-67443E8EF086}">
      <p15:sldGuideLst xmlns:p15="http://schemas.microsoft.com/office/powerpoint/2012/main">
        <p15:guide id="1" orient="horz" pos="40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ntent_Left Fill + 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7" y="1014984"/>
            <a:ext cx="5712737"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6" y="1212976"/>
            <a:ext cx="5256367"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8" name="Picture Placeholder 3">
            <a:extLst>
              <a:ext uri="{FF2B5EF4-FFF2-40B4-BE49-F238E27FC236}">
                <a16:creationId xmlns:a16="http://schemas.microsoft.com/office/drawing/2014/main" id="{8A0850CC-8E76-F344-8C0E-D91A3B82151A}"/>
              </a:ext>
            </a:extLst>
          </p:cNvPr>
          <p:cNvSpPr>
            <a:spLocks noGrp="1"/>
          </p:cNvSpPr>
          <p:nvPr>
            <p:ph type="pic" sz="quarter" idx="13"/>
          </p:nvPr>
        </p:nvSpPr>
        <p:spPr>
          <a:xfrm>
            <a:off x="6096000" y="1014413"/>
            <a:ext cx="5710238" cy="5486400"/>
          </a:xfrm>
        </p:spPr>
        <p:txBody>
          <a:bodyPr anchor="ct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017004306"/>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Thirds_Left Fill + 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6" y="1014984"/>
            <a:ext cx="7219233"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4" y="1212976"/>
            <a:ext cx="6858000"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8" name="Picture Placeholder 3">
            <a:extLst>
              <a:ext uri="{FF2B5EF4-FFF2-40B4-BE49-F238E27FC236}">
                <a16:creationId xmlns:a16="http://schemas.microsoft.com/office/drawing/2014/main" id="{8A0850CC-8E76-F344-8C0E-D91A3B82151A}"/>
              </a:ext>
            </a:extLst>
          </p:cNvPr>
          <p:cNvSpPr>
            <a:spLocks noGrp="1"/>
          </p:cNvSpPr>
          <p:nvPr>
            <p:ph type="pic" sz="quarter" idx="13"/>
          </p:nvPr>
        </p:nvSpPr>
        <p:spPr>
          <a:xfrm>
            <a:off x="7599479" y="1014413"/>
            <a:ext cx="4206240" cy="5486400"/>
          </a:xfrm>
        </p:spPr>
        <p:txBody>
          <a:bodyPr anchor="ct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96917080"/>
      </p:ext>
    </p:extLst>
  </p:cSld>
  <p:clrMapOvr>
    <a:masterClrMapping/>
  </p:clrMapOvr>
  <p:hf hdr="0" ftr="0" dt="0"/>
  <p:extLst>
    <p:ext uri="{DCECCB84-F9BA-43D5-87BE-67443E8EF086}">
      <p15:sldGuideLst xmlns:p15="http://schemas.microsoft.com/office/powerpoint/2012/main">
        <p15:guide id="1" pos="4656">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wo Content_R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6092983" y="1014984"/>
            <a:ext cx="5712737"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6" y="1212976"/>
            <a:ext cx="5256367"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6321168" y="1212976"/>
            <a:ext cx="5256367"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Tree>
    <p:extLst>
      <p:ext uri="{BB962C8B-B14F-4D97-AF65-F5344CB8AC3E}">
        <p14:creationId xmlns:p14="http://schemas.microsoft.com/office/powerpoint/2010/main" val="553458609"/>
      </p:ext>
    </p:extLst>
  </p:cSld>
  <p:clrMapOvr>
    <a:masterClrMapping/>
  </p:clrMapOvr>
  <p:hf hdr="0" ftr="0" dt="0"/>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Thirds_Lef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380247" y="1014984"/>
            <a:ext cx="4206240" cy="54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6"/>
            <a:ext cx="3886200"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4733986" y="1212976"/>
            <a:ext cx="6994065"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Tree>
    <p:extLst>
      <p:ext uri="{BB962C8B-B14F-4D97-AF65-F5344CB8AC3E}">
        <p14:creationId xmlns:p14="http://schemas.microsoft.com/office/powerpoint/2010/main" val="3307492567"/>
      </p:ext>
    </p:extLst>
  </p:cSld>
  <p:clrMapOvr>
    <a:masterClrMapping/>
  </p:clrMapOvr>
  <p:hf hdr="0" ftr="0" dt="0"/>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Thirds_Rt Fil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7599479" y="1014984"/>
            <a:ext cx="4206240" cy="58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212976"/>
            <a:ext cx="6858000"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7759499" y="1212976"/>
            <a:ext cx="3886200"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Tree>
    <p:extLst>
      <p:ext uri="{BB962C8B-B14F-4D97-AF65-F5344CB8AC3E}">
        <p14:creationId xmlns:p14="http://schemas.microsoft.com/office/powerpoint/2010/main" val="1418899814"/>
      </p:ext>
    </p:extLst>
  </p:cSld>
  <p:clrMapOvr>
    <a:masterClrMapping/>
  </p:clrMapOvr>
  <p:hf hdr="0" ftr="0" dt="0"/>
  <p:extLst>
    <p:ext uri="{DCECCB84-F9BA-43D5-87BE-67443E8EF086}">
      <p15:sldGuideLst xmlns:p15="http://schemas.microsoft.com/office/powerpoint/2012/main">
        <p15:guide id="1" pos="7344">
          <p15:clr>
            <a:srgbClr val="FBAE40"/>
          </p15:clr>
        </p15:guide>
        <p15:guide id="2" orient="horz" pos="744">
          <p15:clr>
            <a:srgbClr val="FBAE40"/>
          </p15:clr>
        </p15:guide>
        <p15:guide id="3" orient="horz" pos="3936">
          <p15:clr>
            <a:srgbClr val="FBAE40"/>
          </p15:clr>
        </p15:guide>
        <p15:guide id="4" pos="240">
          <p15:clr>
            <a:srgbClr val="FBAE40"/>
          </p15:clr>
        </p15:guide>
        <p15:guide id="5" pos="384">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wo-Thirds_Rt Fill + sub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939884-E875-5341-B3A4-218D5010C6E4}"/>
              </a:ext>
            </a:extLst>
          </p:cNvPr>
          <p:cNvSpPr/>
          <p:nvPr/>
        </p:nvSpPr>
        <p:spPr>
          <a:xfrm>
            <a:off x="7599479" y="1014984"/>
            <a:ext cx="4206240" cy="58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CBBB1A55-36E1-7B4A-A927-E9FCF83B230F}"/>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ECBD3B-702D-9C4A-9103-071AD7D82A02}"/>
              </a:ext>
            </a:extLst>
          </p:cNvPr>
          <p:cNvSpPr>
            <a:spLocks noGrp="1"/>
          </p:cNvSpPr>
          <p:nvPr>
            <p:ph type="title"/>
          </p:nvPr>
        </p:nvSpPr>
        <p:spPr/>
        <p:txBody>
          <a:bodyPr/>
          <a:lstStyle/>
          <a:p>
            <a:r>
              <a:rPr lang="en-US"/>
              <a:t>Click to edit Master title style</a:t>
            </a:r>
          </a:p>
        </p:txBody>
      </p:sp>
      <p:sp>
        <p:nvSpPr>
          <p:cNvPr id="6" name="Content Placeholder 2">
            <a:extLst>
              <a:ext uri="{FF2B5EF4-FFF2-40B4-BE49-F238E27FC236}">
                <a16:creationId xmlns:a16="http://schemas.microsoft.com/office/drawing/2014/main" id="{47A5031B-05BB-D64F-BAEB-D2239CF9C33E}"/>
              </a:ext>
            </a:extLst>
          </p:cNvPr>
          <p:cNvSpPr>
            <a:spLocks noGrp="1"/>
          </p:cNvSpPr>
          <p:nvPr>
            <p:ph idx="11"/>
          </p:nvPr>
        </p:nvSpPr>
        <p:spPr>
          <a:xfrm>
            <a:off x="527745" y="1829178"/>
            <a:ext cx="6858000" cy="4417713"/>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7" name="Content Placeholder 2">
            <a:extLst>
              <a:ext uri="{FF2B5EF4-FFF2-40B4-BE49-F238E27FC236}">
                <a16:creationId xmlns:a16="http://schemas.microsoft.com/office/drawing/2014/main" id="{8FBB0750-2679-A74D-B256-D822B620E105}"/>
              </a:ext>
            </a:extLst>
          </p:cNvPr>
          <p:cNvSpPr>
            <a:spLocks noGrp="1"/>
          </p:cNvSpPr>
          <p:nvPr>
            <p:ph idx="12"/>
          </p:nvPr>
        </p:nvSpPr>
        <p:spPr>
          <a:xfrm>
            <a:off x="7759499" y="1212976"/>
            <a:ext cx="3886200" cy="5033916"/>
          </a:xfrm>
        </p:spPr>
        <p:txBody>
          <a:bodyPr/>
          <a:lstStyle>
            <a:lvl1pPr>
              <a:defRPr lang="en-US" sz="1853" b="1" i="0" kern="1200" cap="all" spc="93" baseline="0" dirty="0">
                <a:solidFill>
                  <a:schemeClr val="accent1"/>
                </a:solidFill>
                <a:latin typeface="Arial Narrow" panose="020B0604020202020204" pitchFamily="34" charset="0"/>
                <a:ea typeface="+mn-ea"/>
                <a:cs typeface="+mn-cs"/>
              </a:defRPr>
            </a:lvl1pPr>
            <a:lvl2pPr>
              <a:defRPr b="0" i="0">
                <a:latin typeface="Times New Roman" panose="02020603050405020304" pitchFamily="18" charset="0"/>
              </a:defRPr>
            </a:lvl2pPr>
            <a:lvl3pPr>
              <a:defRPr b="0" i="0">
                <a:latin typeface="Times New Roman" panose="02020603050405020304" pitchFamily="18" charset="0"/>
              </a:defRPr>
            </a:lvl3pPr>
            <a:lvl4pPr>
              <a:defRPr b="0" i="0">
                <a:latin typeface="Times New Roman" panose="02020603050405020304" pitchFamily="18" charset="0"/>
              </a:defRPr>
            </a:lvl4pPr>
            <a:lvl5pPr>
              <a:defRPr b="0" i="0">
                <a:latin typeface="Times New Roman" panose="02020603050405020304"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a:p>
            <a:pPr marL="0" lvl="3" indent="0" algn="l" defTabSz="847210" rtl="0" eaLnBrk="1" latinLnBrk="0" hangingPunct="1">
              <a:lnSpc>
                <a:spcPct val="100000"/>
              </a:lnSpc>
              <a:spcBef>
                <a:spcPts val="1668"/>
              </a:spcBef>
              <a:buFont typeface="Arial" panose="020B0604020202020204" pitchFamily="34" charset="0"/>
              <a:buNone/>
            </a:pPr>
            <a:r>
              <a:rPr lang="en-US"/>
              <a:t>Fourth level</a:t>
            </a:r>
          </a:p>
          <a:p>
            <a:pPr marL="0" lvl="4" indent="0" algn="l" defTabSz="847210" rtl="0" eaLnBrk="1" latinLnBrk="0" hangingPunct="1">
              <a:lnSpc>
                <a:spcPct val="100000"/>
              </a:lnSpc>
              <a:spcBef>
                <a:spcPts val="1668"/>
              </a:spcBef>
              <a:buFont typeface="Arial" panose="020B0604020202020204" pitchFamily="34" charset="0"/>
              <a:buNone/>
            </a:pPr>
            <a:r>
              <a:rPr lang="en-US"/>
              <a:t>Fifth level</a:t>
            </a:r>
          </a:p>
        </p:txBody>
      </p:sp>
      <p:sp>
        <p:nvSpPr>
          <p:cNvPr id="9" name="Subtitle 2">
            <a:extLst>
              <a:ext uri="{FF2B5EF4-FFF2-40B4-BE49-F238E27FC236}">
                <a16:creationId xmlns:a16="http://schemas.microsoft.com/office/drawing/2014/main" id="{A44F3DB1-4844-264B-941D-7734E718D68F}"/>
              </a:ext>
            </a:extLst>
          </p:cNvPr>
          <p:cNvSpPr>
            <a:spLocks noGrp="1"/>
          </p:cNvSpPr>
          <p:nvPr>
            <p:ph type="subTitle" idx="1" hasCustomPrompt="1"/>
          </p:nvPr>
        </p:nvSpPr>
        <p:spPr>
          <a:xfrm>
            <a:off x="301752" y="1066740"/>
            <a:ext cx="7083993" cy="447411"/>
          </a:xfrm>
        </p:spPr>
        <p:txBody>
          <a:bodyPr/>
          <a:lstStyle>
            <a:lvl1pPr marL="0" indent="0" algn="l">
              <a:buNone/>
              <a:defRPr sz="2038" b="0" i="0" spc="93" baseline="0">
                <a:solidFill>
                  <a:schemeClr val="tx1"/>
                </a:solidFill>
                <a:latin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spTree>
    <p:extLst>
      <p:ext uri="{BB962C8B-B14F-4D97-AF65-F5344CB8AC3E}">
        <p14:creationId xmlns:p14="http://schemas.microsoft.com/office/powerpoint/2010/main" val="3668996804"/>
      </p:ext>
    </p:extLst>
  </p:cSld>
  <p:clrMapOvr>
    <a:masterClrMapping/>
  </p:clrMapOvr>
  <p:hf hdr="0" ftr="0" dt="0"/>
  <p:extLst>
    <p:ext uri="{DCECCB84-F9BA-43D5-87BE-67443E8EF086}">
      <p15:sldGuideLst xmlns:p15="http://schemas.microsoft.com/office/powerpoint/2012/main">
        <p15:guide id="1" pos="4656">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846346"/>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 sub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1C9C8A-E96E-614E-B947-344C689EE7F5}"/>
              </a:ext>
            </a:extLst>
          </p:cNvPr>
          <p:cNvPicPr>
            <a:picLocks noChangeAspect="1"/>
          </p:cNvPicPr>
          <p:nvPr/>
        </p:nvPicPr>
        <p:blipFill rotWithShape="1">
          <a:blip r:embed="rId2"/>
          <a:srcRect l="92457" b="87723"/>
          <a:stretch/>
        </p:blipFill>
        <p:spPr>
          <a:xfrm>
            <a:off x="11272322" y="1"/>
            <a:ext cx="919678" cy="841949"/>
          </a:xfrm>
          <a:prstGeom prst="rect">
            <a:avLst/>
          </a:prstGeom>
        </p:spPr>
      </p:pic>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038" b="0" i="0" spc="139" baseline="0">
                <a:solidFill>
                  <a:schemeClr val="tx1"/>
                </a:solidFill>
                <a:latin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spTree>
    <p:extLst>
      <p:ext uri="{BB962C8B-B14F-4D97-AF65-F5344CB8AC3E}">
        <p14:creationId xmlns:p14="http://schemas.microsoft.com/office/powerpoint/2010/main" val="3761039407"/>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Table and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2F889B-21FF-324B-AAFC-F2D6FCE55971}"/>
              </a:ext>
            </a:extLst>
          </p:cNvPr>
          <p:cNvSpPr/>
          <p:nvPr/>
        </p:nvSpPr>
        <p:spPr>
          <a:xfrm>
            <a:off x="0" y="5029200"/>
            <a:ext cx="12192000" cy="18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8" b="0" i="0" dirty="0">
              <a:latin typeface="Times New Roman" panose="02020603050405020304" pitchFamily="18" charset="0"/>
            </a:endParaRPr>
          </a:p>
        </p:txBody>
      </p:sp>
      <p:pic>
        <p:nvPicPr>
          <p:cNvPr id="7" name="Picture 6">
            <a:extLst>
              <a:ext uri="{FF2B5EF4-FFF2-40B4-BE49-F238E27FC236}">
                <a16:creationId xmlns:a16="http://schemas.microsoft.com/office/drawing/2014/main" id="{F1429DD1-4CF9-E540-AB49-6E3AAD0EE875}"/>
              </a:ext>
            </a:extLst>
          </p:cNvPr>
          <p:cNvPicPr>
            <a:picLocks noChangeAspect="1"/>
          </p:cNvPicPr>
          <p:nvPr/>
        </p:nvPicPr>
        <p:blipFill rotWithShape="1">
          <a:blip r:embed="rId2"/>
          <a:srcRect l="92457" b="87723"/>
          <a:stretch/>
        </p:blipFill>
        <p:spPr>
          <a:xfrm>
            <a:off x="11272322" y="1"/>
            <a:ext cx="919678" cy="841949"/>
          </a:xfrm>
          <a:prstGeom prst="rect">
            <a:avLst/>
          </a:prstGeom>
        </p:spPr>
      </p:pic>
      <p:sp>
        <p:nvSpPr>
          <p:cNvPr id="4" name="Title 3">
            <a:extLst>
              <a:ext uri="{FF2B5EF4-FFF2-40B4-BE49-F238E27FC236}">
                <a16:creationId xmlns:a16="http://schemas.microsoft.com/office/drawing/2014/main" id="{56EC3485-18BD-6348-8813-4AAC86D920CB}"/>
              </a:ext>
            </a:extLst>
          </p:cNvPr>
          <p:cNvSpPr>
            <a:spLocks noGrp="1"/>
          </p:cNvSpPr>
          <p:nvPr>
            <p:ph type="title"/>
          </p:nvPr>
        </p:nvSpPr>
        <p:spPr/>
        <p:txBody>
          <a:bodyPr/>
          <a:lstStyle/>
          <a:p>
            <a:r>
              <a:rPr lang="en-US"/>
              <a:t>Click to edit Master title style</a:t>
            </a:r>
          </a:p>
        </p:txBody>
      </p:sp>
      <p:sp>
        <p:nvSpPr>
          <p:cNvPr id="11" name="Content Placeholder 2">
            <a:extLst>
              <a:ext uri="{FF2B5EF4-FFF2-40B4-BE49-F238E27FC236}">
                <a16:creationId xmlns:a16="http://schemas.microsoft.com/office/drawing/2014/main" id="{88569F50-11DF-BD48-A418-4F156B9C5E4B}"/>
              </a:ext>
            </a:extLst>
          </p:cNvPr>
          <p:cNvSpPr>
            <a:spLocks noGrp="1"/>
          </p:cNvSpPr>
          <p:nvPr>
            <p:ph idx="13"/>
          </p:nvPr>
        </p:nvSpPr>
        <p:spPr>
          <a:xfrm>
            <a:off x="616645" y="5381701"/>
            <a:ext cx="5257800" cy="1095299"/>
          </a:xfrm>
        </p:spPr>
        <p:txBody>
          <a:bodyPr/>
          <a:lstStyle>
            <a:lvl1pPr>
              <a:defRPr lang="en-US" sz="1112" b="0" i="0" kern="1200" cap="none" spc="0" baseline="0" dirty="0">
                <a:solidFill>
                  <a:schemeClr val="tx1"/>
                </a:solidFill>
                <a:latin typeface="Times New Roman" panose="02020603050405020304" pitchFamily="18" charset="0"/>
                <a:ea typeface="+mn-ea"/>
                <a:cs typeface="+mn-cs"/>
              </a:defRPr>
            </a:lvl1pPr>
            <a:lvl2pPr marL="203331" indent="-203331">
              <a:spcBef>
                <a:spcPts val="556"/>
              </a:spcBef>
              <a:buSzPct val="85000"/>
              <a:buFontTx/>
              <a:buBlip>
                <a:blip r:embed="rId3"/>
              </a:buBlip>
              <a:defRPr sz="1112" b="0" i="0">
                <a:latin typeface="Times New Roman" panose="02020603050405020304" pitchFamily="18" charset="0"/>
              </a:defRPr>
            </a:lvl2pPr>
            <a:lvl3pPr marL="440549" indent="-186386">
              <a:defRPr sz="1112" b="0" i="0">
                <a:latin typeface="Times New Roman" panose="02020603050405020304" pitchFamily="18" charset="0"/>
              </a:defRPr>
            </a:lvl3pPr>
            <a:lvl4pPr>
              <a:defRPr b="0" i="0">
                <a:latin typeface="Garamond" panose="02020404030301010803" pitchFamily="18" charset="0"/>
              </a:defRPr>
            </a:lvl4pPr>
            <a:lvl5pPr>
              <a:defRPr b="0" i="0">
                <a:latin typeface="Garamond" panose="02020404030301010803"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p:txBody>
      </p:sp>
      <p:sp>
        <p:nvSpPr>
          <p:cNvPr id="12" name="Subtitle 2">
            <a:extLst>
              <a:ext uri="{FF2B5EF4-FFF2-40B4-BE49-F238E27FC236}">
                <a16:creationId xmlns:a16="http://schemas.microsoft.com/office/drawing/2014/main" id="{287E6C2B-C67C-2442-ABA2-B85AB0A8CDDE}"/>
              </a:ext>
            </a:extLst>
          </p:cNvPr>
          <p:cNvSpPr>
            <a:spLocks noGrp="1"/>
          </p:cNvSpPr>
          <p:nvPr>
            <p:ph type="subTitle" idx="14" hasCustomPrompt="1"/>
          </p:nvPr>
        </p:nvSpPr>
        <p:spPr>
          <a:xfrm>
            <a:off x="616646" y="4782092"/>
            <a:ext cx="10744577" cy="447411"/>
          </a:xfrm>
        </p:spPr>
        <p:txBody>
          <a:bodyPr anchor="ctr"/>
          <a:lstStyle>
            <a:lvl1pPr marL="0" indent="0" algn="l">
              <a:buNone/>
              <a:defRPr sz="2965" b="1" i="0" spc="139" baseline="0">
                <a:solidFill>
                  <a:schemeClr val="accent1">
                    <a:alpha val="80000"/>
                  </a:schemeClr>
                </a:solidFill>
                <a:latin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sp>
        <p:nvSpPr>
          <p:cNvPr id="13" name="Content Placeholder 2">
            <a:extLst>
              <a:ext uri="{FF2B5EF4-FFF2-40B4-BE49-F238E27FC236}">
                <a16:creationId xmlns:a16="http://schemas.microsoft.com/office/drawing/2014/main" id="{1025EE74-929C-4B4D-89B9-B757BA56C6DF}"/>
              </a:ext>
            </a:extLst>
          </p:cNvPr>
          <p:cNvSpPr>
            <a:spLocks noGrp="1"/>
          </p:cNvSpPr>
          <p:nvPr>
            <p:ph idx="15"/>
          </p:nvPr>
        </p:nvSpPr>
        <p:spPr>
          <a:xfrm>
            <a:off x="6103422" y="5381701"/>
            <a:ext cx="5257800" cy="1095299"/>
          </a:xfrm>
        </p:spPr>
        <p:txBody>
          <a:bodyPr/>
          <a:lstStyle>
            <a:lvl1pPr>
              <a:defRPr lang="en-US" sz="1112" b="0" i="0" kern="1200" cap="none" spc="0" baseline="0" dirty="0">
                <a:solidFill>
                  <a:schemeClr val="tx1"/>
                </a:solidFill>
                <a:latin typeface="Times New Roman" panose="02020603050405020304" pitchFamily="18" charset="0"/>
                <a:ea typeface="+mn-ea"/>
                <a:cs typeface="+mn-cs"/>
              </a:defRPr>
            </a:lvl1pPr>
            <a:lvl2pPr marL="203331" indent="-203331">
              <a:spcBef>
                <a:spcPts val="556"/>
              </a:spcBef>
              <a:buSzPct val="85000"/>
              <a:buFontTx/>
              <a:buBlip>
                <a:blip r:embed="rId3"/>
              </a:buBlip>
              <a:defRPr sz="1112" b="0" i="0">
                <a:latin typeface="Times New Roman" panose="02020603050405020304" pitchFamily="18" charset="0"/>
              </a:defRPr>
            </a:lvl2pPr>
            <a:lvl3pPr marL="440549" indent="-186386">
              <a:defRPr sz="1112" b="0" i="0">
                <a:latin typeface="Times New Roman" panose="02020603050405020304" pitchFamily="18" charset="0"/>
              </a:defRPr>
            </a:lvl3pPr>
            <a:lvl4pPr>
              <a:defRPr b="0" i="0">
                <a:latin typeface="Garamond" panose="02020404030301010803" pitchFamily="18" charset="0"/>
              </a:defRPr>
            </a:lvl4pPr>
            <a:lvl5pPr>
              <a:defRPr b="0" i="0">
                <a:latin typeface="Garamond" panose="02020404030301010803" pitchFamily="18" charset="0"/>
              </a:defRPr>
            </a:lvl5pPr>
          </a:lstStyle>
          <a:p>
            <a:pPr marL="0" lvl="0" indent="0" algn="l" defTabSz="847210" rtl="0" eaLnBrk="1" latinLnBrk="0" hangingPunct="1">
              <a:lnSpc>
                <a:spcPct val="100000"/>
              </a:lnSpc>
              <a:spcBef>
                <a:spcPts val="1668"/>
              </a:spcBef>
              <a:buFont typeface="Arial" panose="020B0604020202020204" pitchFamily="34" charset="0"/>
              <a:buNone/>
            </a:pPr>
            <a:r>
              <a:rPr lang="en-US"/>
              <a:t>Click to edit Master text styles</a:t>
            </a:r>
          </a:p>
          <a:p>
            <a:pPr marL="0" lvl="1" indent="0" algn="l" defTabSz="847210" rtl="0" eaLnBrk="1" latinLnBrk="0" hangingPunct="1">
              <a:lnSpc>
                <a:spcPct val="100000"/>
              </a:lnSpc>
              <a:spcBef>
                <a:spcPts val="1668"/>
              </a:spcBef>
              <a:buFont typeface="Arial" panose="020B0604020202020204" pitchFamily="34" charset="0"/>
              <a:buNone/>
            </a:pPr>
            <a:r>
              <a:rPr lang="en-US"/>
              <a:t>Second level</a:t>
            </a:r>
          </a:p>
          <a:p>
            <a:pPr marL="0" lvl="2" indent="0" algn="l" defTabSz="847210" rtl="0" eaLnBrk="1" latinLnBrk="0" hangingPunct="1">
              <a:lnSpc>
                <a:spcPct val="100000"/>
              </a:lnSpc>
              <a:spcBef>
                <a:spcPts val="1668"/>
              </a:spcBef>
              <a:buFont typeface="Arial" panose="020B0604020202020204" pitchFamily="34" charset="0"/>
              <a:buNone/>
            </a:pPr>
            <a:r>
              <a:rPr lang="en-US"/>
              <a:t>Third level</a:t>
            </a:r>
          </a:p>
        </p:txBody>
      </p:sp>
      <p:sp>
        <p:nvSpPr>
          <p:cNvPr id="15" name="Table Placeholder 14">
            <a:extLst>
              <a:ext uri="{FF2B5EF4-FFF2-40B4-BE49-F238E27FC236}">
                <a16:creationId xmlns:a16="http://schemas.microsoft.com/office/drawing/2014/main" id="{8CF4DCAF-461D-8F40-8CA5-F1BE58C3F6B8}"/>
              </a:ext>
            </a:extLst>
          </p:cNvPr>
          <p:cNvSpPr>
            <a:spLocks noGrp="1"/>
          </p:cNvSpPr>
          <p:nvPr>
            <p:ph type="tbl" sz="quarter" idx="16"/>
          </p:nvPr>
        </p:nvSpPr>
        <p:spPr>
          <a:xfrm>
            <a:off x="381000" y="1181101"/>
            <a:ext cx="11430000" cy="3408363"/>
          </a:xfrm>
        </p:spPr>
        <p:txBody>
          <a:bodyPr/>
          <a:lstStyle/>
          <a:p>
            <a:r>
              <a:rPr lang="en-US"/>
              <a:t>Click icon to add table</a:t>
            </a:r>
            <a:endParaRPr lang="en-US" dirty="0"/>
          </a:p>
        </p:txBody>
      </p:sp>
    </p:spTree>
    <p:extLst>
      <p:ext uri="{BB962C8B-B14F-4D97-AF65-F5344CB8AC3E}">
        <p14:creationId xmlns:p14="http://schemas.microsoft.com/office/powerpoint/2010/main" val="3918479555"/>
      </p:ext>
    </p:extLst>
  </p:cSld>
  <p:clrMapOvr>
    <a:masterClrMapping/>
  </p:clrMapOvr>
  <p:hf hdr="0" ftr="0" dt="0"/>
  <p:extLst>
    <p:ext uri="{DCECCB84-F9BA-43D5-87BE-67443E8EF086}">
      <p15:sldGuideLst xmlns:p15="http://schemas.microsoft.com/office/powerpoint/2012/main">
        <p15:guide id="1" orient="horz" pos="316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hree Content + sub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1C9C8A-E96E-614E-B947-344C689EE7F5}"/>
              </a:ext>
            </a:extLst>
          </p:cNvPr>
          <p:cNvPicPr>
            <a:picLocks noChangeAspect="1"/>
          </p:cNvPicPr>
          <p:nvPr/>
        </p:nvPicPr>
        <p:blipFill rotWithShape="1">
          <a:blip r:embed="rId2"/>
          <a:srcRect l="92457" b="87723"/>
          <a:stretch/>
        </p:blipFill>
        <p:spPr>
          <a:xfrm>
            <a:off x="11272322" y="1"/>
            <a:ext cx="919678" cy="841949"/>
          </a:xfrm>
          <a:prstGeom prst="rect">
            <a:avLst/>
          </a:prstGeom>
        </p:spPr>
      </p:pic>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038" b="0" i="0" spc="139" baseline="0">
                <a:solidFill>
                  <a:schemeClr val="tx1"/>
                </a:solidFill>
                <a:latin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384048" y="1825624"/>
            <a:ext cx="36576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8162597" y="1825624"/>
            <a:ext cx="36576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4273322" y="1825624"/>
            <a:ext cx="36576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3590540"/>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Four Content + sub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1C9C8A-E96E-614E-B947-344C689EE7F5}"/>
              </a:ext>
            </a:extLst>
          </p:cNvPr>
          <p:cNvPicPr>
            <a:picLocks noChangeAspect="1"/>
          </p:cNvPicPr>
          <p:nvPr/>
        </p:nvPicPr>
        <p:blipFill rotWithShape="1">
          <a:blip r:embed="rId2"/>
          <a:srcRect l="92457" b="87723"/>
          <a:stretch/>
        </p:blipFill>
        <p:spPr>
          <a:xfrm>
            <a:off x="11272322" y="1"/>
            <a:ext cx="919678" cy="841949"/>
          </a:xfrm>
          <a:prstGeom prst="rect">
            <a:avLst/>
          </a:prstGeom>
        </p:spPr>
      </p:pic>
      <p:sp>
        <p:nvSpPr>
          <p:cNvPr id="2" name="Title 1">
            <a:extLst>
              <a:ext uri="{FF2B5EF4-FFF2-40B4-BE49-F238E27FC236}">
                <a16:creationId xmlns:a16="http://schemas.microsoft.com/office/drawing/2014/main" id="{46F6F59D-9740-024B-9C2D-8364FC221D09}"/>
              </a:ext>
            </a:extLst>
          </p:cNvPr>
          <p:cNvSpPr>
            <a:spLocks noGrp="1"/>
          </p:cNvSpPr>
          <p:nvPr>
            <p:ph type="title"/>
          </p:nvPr>
        </p:nvSpPr>
        <p:spPr/>
        <p:txBody>
          <a:bodyPr/>
          <a:lstStyle/>
          <a:p>
            <a:r>
              <a:rPr lang="en-US"/>
              <a:t>Click to edit Master title style</a:t>
            </a:r>
          </a:p>
        </p:txBody>
      </p:sp>
      <p:sp>
        <p:nvSpPr>
          <p:cNvPr id="7" name="Subtitle 2">
            <a:extLst>
              <a:ext uri="{FF2B5EF4-FFF2-40B4-BE49-F238E27FC236}">
                <a16:creationId xmlns:a16="http://schemas.microsoft.com/office/drawing/2014/main" id="{7D23FA03-6373-3C4B-9052-1DD37E7D79EE}"/>
              </a:ext>
            </a:extLst>
          </p:cNvPr>
          <p:cNvSpPr>
            <a:spLocks noGrp="1"/>
          </p:cNvSpPr>
          <p:nvPr>
            <p:ph type="subTitle" idx="1" hasCustomPrompt="1"/>
          </p:nvPr>
        </p:nvSpPr>
        <p:spPr>
          <a:xfrm>
            <a:off x="301752" y="1066740"/>
            <a:ext cx="10970570" cy="447411"/>
          </a:xfrm>
        </p:spPr>
        <p:txBody>
          <a:bodyPr/>
          <a:lstStyle>
            <a:lvl1pPr marL="0" indent="0" algn="l">
              <a:buNone/>
              <a:defRPr sz="2038" b="0" i="0" spc="139" baseline="0">
                <a:solidFill>
                  <a:schemeClr val="tx1"/>
                </a:solidFill>
                <a:latin typeface="Arial Narrow" panose="020B0604020202020204" pitchFamily="34" charset="0"/>
              </a:defRPr>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p>
        </p:txBody>
      </p:sp>
      <p:sp>
        <p:nvSpPr>
          <p:cNvPr id="9" name="Content Placeholder 2">
            <a:extLst>
              <a:ext uri="{FF2B5EF4-FFF2-40B4-BE49-F238E27FC236}">
                <a16:creationId xmlns:a16="http://schemas.microsoft.com/office/drawing/2014/main" id="{E129BABF-E438-9249-86B6-935F701D8332}"/>
              </a:ext>
            </a:extLst>
          </p:cNvPr>
          <p:cNvSpPr>
            <a:spLocks noGrp="1"/>
          </p:cNvSpPr>
          <p:nvPr>
            <p:ph sz="half" idx="12"/>
          </p:nvPr>
        </p:nvSpPr>
        <p:spPr>
          <a:xfrm>
            <a:off x="381000" y="1825624"/>
            <a:ext cx="27432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AEED5CA7-D372-8C4F-A9D8-0AF8CA609878}"/>
              </a:ext>
            </a:extLst>
          </p:cNvPr>
          <p:cNvSpPr>
            <a:spLocks noGrp="1"/>
          </p:cNvSpPr>
          <p:nvPr>
            <p:ph sz="half" idx="2"/>
          </p:nvPr>
        </p:nvSpPr>
        <p:spPr>
          <a:xfrm>
            <a:off x="6168680" y="1825624"/>
            <a:ext cx="27432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A3AC365-BEA3-8F4A-AB4E-96CFE1D8E96F}"/>
              </a:ext>
            </a:extLst>
          </p:cNvPr>
          <p:cNvSpPr>
            <a:spLocks noGrp="1"/>
          </p:cNvSpPr>
          <p:nvPr>
            <p:ph sz="half" idx="14"/>
          </p:nvPr>
        </p:nvSpPr>
        <p:spPr>
          <a:xfrm>
            <a:off x="3274840" y="1825624"/>
            <a:ext cx="27432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203795FF-DB18-0842-9215-AE728E783145}"/>
              </a:ext>
            </a:extLst>
          </p:cNvPr>
          <p:cNvSpPr>
            <a:spLocks noGrp="1"/>
          </p:cNvSpPr>
          <p:nvPr>
            <p:ph sz="half" idx="15"/>
          </p:nvPr>
        </p:nvSpPr>
        <p:spPr>
          <a:xfrm>
            <a:off x="9062519" y="1825624"/>
            <a:ext cx="2743200" cy="4650731"/>
          </a:xfrm>
          <a:solidFill>
            <a:schemeClr val="bg2"/>
          </a:solidFill>
        </p:spPr>
        <p:txBody>
          <a:bodyPr lIns="182880" tIns="137160" rIns="182880" bIns="137160"/>
          <a:lstStyle>
            <a:lvl1pPr>
              <a:defRPr sz="1668"/>
            </a:lvl1pPr>
            <a:lvl2pPr>
              <a:defRPr sz="1297"/>
            </a:lvl2pPr>
            <a:lvl3pPr>
              <a:defRPr sz="1297"/>
            </a:lvl3pPr>
            <a:lvl4pPr>
              <a:defRPr sz="1297"/>
            </a:lvl4pPr>
            <a:lvl5pPr>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2909618"/>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2728287"/>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o Not Us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81AF6F-14AB-E24D-A94C-A258A758E50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EC0281-053D-AD4C-AFCD-AE7B7EB194B0}"/>
              </a:ext>
            </a:extLst>
          </p:cNvPr>
          <p:cNvSpPr>
            <a:spLocks noGrp="1"/>
          </p:cNvSpPr>
          <p:nvPr>
            <p:ph type="title" hasCustomPrompt="1"/>
          </p:nvPr>
        </p:nvSpPr>
        <p:spPr>
          <a:xfrm>
            <a:off x="838200" y="1934898"/>
            <a:ext cx="10515600" cy="2852737"/>
          </a:xfrm>
        </p:spPr>
        <p:txBody>
          <a:bodyPr anchor="ctr">
            <a:normAutofit/>
          </a:bodyPr>
          <a:lstStyle>
            <a:lvl1pPr algn="ctr">
              <a:defRPr sz="4077" b="1" i="0" spc="278">
                <a:solidFill>
                  <a:schemeClr val="bg1"/>
                </a:solidFill>
                <a:latin typeface="Arial Narrow" panose="020B0604020202020204" pitchFamily="34" charset="0"/>
              </a:defRPr>
            </a:lvl1pPr>
          </a:lstStyle>
          <a:p>
            <a:r>
              <a:rPr lang="en-US"/>
              <a:t>do not use masters past this point</a:t>
            </a:r>
          </a:p>
        </p:txBody>
      </p:sp>
    </p:spTree>
    <p:extLst>
      <p:ext uri="{BB962C8B-B14F-4D97-AF65-F5344CB8AC3E}">
        <p14:creationId xmlns:p14="http://schemas.microsoft.com/office/powerpoint/2010/main" val="2031868275"/>
      </p:ext>
    </p:extLst>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8626476"/>
      </p:ext>
    </p:extLst>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hree Content + subtitle">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4DB9B795-AE42-E4D4-6EB3-9E0BCD71C109}"/>
              </a:ext>
            </a:extLst>
          </p:cNvPr>
          <p:cNvSpPr txBox="1">
            <a:spLocks noGrp="1"/>
          </p:cNvSpPr>
          <p:nvPr>
            <p:ph type="subTitle" idx="4294967295"/>
          </p:nvPr>
        </p:nvSpPr>
        <p:spPr>
          <a:xfrm>
            <a:off x="301752" y="1066739"/>
            <a:ext cx="10970568" cy="447406"/>
          </a:xfrm>
        </p:spPr>
        <p:txBody>
          <a:bodyPr/>
          <a:lstStyle>
            <a:lvl1pPr>
              <a:defRPr sz="2038" b="0" spc="139">
                <a:solidFill>
                  <a:srgbClr val="000000"/>
                </a:solidFill>
              </a:defRPr>
            </a:lvl1pPr>
          </a:lstStyle>
          <a:p>
            <a:pPr lvl="0"/>
            <a:r>
              <a:rPr lang="en-US"/>
              <a:t>Click to edit Master subtitle style</a:t>
            </a:r>
          </a:p>
        </p:txBody>
      </p:sp>
      <p:sp>
        <p:nvSpPr>
          <p:cNvPr id="3" name="Content Placeholder 2">
            <a:extLst>
              <a:ext uri="{FF2B5EF4-FFF2-40B4-BE49-F238E27FC236}">
                <a16:creationId xmlns:a16="http://schemas.microsoft.com/office/drawing/2014/main" id="{0063CB10-CABD-2479-F353-5E4AC55A8CD0}"/>
              </a:ext>
            </a:extLst>
          </p:cNvPr>
          <p:cNvSpPr txBox="1">
            <a:spLocks noGrp="1"/>
          </p:cNvSpPr>
          <p:nvPr>
            <p:ph idx="4294967295"/>
          </p:nvPr>
        </p:nvSpPr>
        <p:spPr>
          <a:xfrm>
            <a:off x="384048" y="1825628"/>
            <a:ext cx="3657600" cy="4650729"/>
          </a:xfrm>
          <a:solidFill>
            <a:srgbClr val="ECE8E5"/>
          </a:solidFill>
        </p:spPr>
        <p:txBody>
          <a:bodyPr lIns="182880" tIns="137160" rIns="182880" bIns="137160"/>
          <a:lstStyle>
            <a:lvl1pPr>
              <a:defRPr sz="1668"/>
            </a:lvl1pPr>
            <a:lvl2pPr>
              <a:defRPr sz="1297"/>
            </a:lvl2pPr>
            <a:lvl3pPr>
              <a:buSzPts val="1190"/>
              <a:defRPr sz="1297"/>
            </a:lvl3pPr>
            <a:lvl4pPr>
              <a:buSzPts val="1190"/>
              <a:defRPr sz="1297"/>
            </a:lvl4pPr>
            <a:lvl5pPr>
              <a:buSzPts val="1120"/>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64976A-0C98-8D1B-D946-1A2E7F4671BA}"/>
              </a:ext>
            </a:extLst>
          </p:cNvPr>
          <p:cNvSpPr txBox="1">
            <a:spLocks noGrp="1"/>
          </p:cNvSpPr>
          <p:nvPr>
            <p:ph idx="4294967295"/>
          </p:nvPr>
        </p:nvSpPr>
        <p:spPr>
          <a:xfrm>
            <a:off x="8162592" y="1825628"/>
            <a:ext cx="3657600" cy="4650729"/>
          </a:xfrm>
          <a:solidFill>
            <a:srgbClr val="ECE8E5"/>
          </a:solidFill>
        </p:spPr>
        <p:txBody>
          <a:bodyPr lIns="182880" tIns="137160" rIns="182880" bIns="137160"/>
          <a:lstStyle>
            <a:lvl1pPr>
              <a:defRPr sz="1668"/>
            </a:lvl1pPr>
            <a:lvl2pPr>
              <a:defRPr sz="1297"/>
            </a:lvl2pPr>
            <a:lvl3pPr>
              <a:buSzPts val="1190"/>
              <a:defRPr sz="1297"/>
            </a:lvl3pPr>
            <a:lvl4pPr>
              <a:buSzPts val="1190"/>
              <a:defRPr sz="1297"/>
            </a:lvl4pPr>
            <a:lvl5pPr>
              <a:buSzPts val="1120"/>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D740BE74-77A5-EE1C-621F-C3AEFCCF18C2}"/>
              </a:ext>
            </a:extLst>
          </p:cNvPr>
          <p:cNvSpPr txBox="1">
            <a:spLocks noGrp="1"/>
          </p:cNvSpPr>
          <p:nvPr>
            <p:ph idx="4294967295"/>
          </p:nvPr>
        </p:nvSpPr>
        <p:spPr>
          <a:xfrm>
            <a:off x="4273320" y="1825628"/>
            <a:ext cx="3657600" cy="4650729"/>
          </a:xfrm>
          <a:solidFill>
            <a:srgbClr val="ECE8E5"/>
          </a:solidFill>
        </p:spPr>
        <p:txBody>
          <a:bodyPr lIns="182880" tIns="137160" rIns="182880" bIns="137160"/>
          <a:lstStyle>
            <a:lvl1pPr>
              <a:defRPr sz="1668"/>
            </a:lvl1pPr>
            <a:lvl2pPr>
              <a:defRPr sz="1297"/>
            </a:lvl2pPr>
            <a:lvl3pPr>
              <a:buSzPts val="1190"/>
              <a:defRPr sz="1297"/>
            </a:lvl3pPr>
            <a:lvl4pPr>
              <a:buSzPts val="1190"/>
              <a:defRPr sz="1297"/>
            </a:lvl4pPr>
            <a:lvl5pPr>
              <a:buSzPts val="1120"/>
              <a:defRPr sz="12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3900645"/>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wo Thirds_Left Fi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C6815-46E1-D3B5-D7DD-C028B0114BF0}"/>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AF53FA1A-1E6B-5304-CF8A-4EAC97F52ED8}"/>
              </a:ext>
            </a:extLst>
          </p:cNvPr>
          <p:cNvSpPr txBox="1">
            <a:spLocks noGrp="1"/>
          </p:cNvSpPr>
          <p:nvPr>
            <p:ph idx="4294967295"/>
          </p:nvPr>
        </p:nvSpPr>
        <p:spPr>
          <a:xfrm>
            <a:off x="527745" y="1212980"/>
            <a:ext cx="3886200" cy="503391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E6AC2E25-1724-59C0-E8FB-E3CCED49F23B}"/>
              </a:ext>
            </a:extLst>
          </p:cNvPr>
          <p:cNvSpPr txBox="1">
            <a:spLocks noGrp="1"/>
          </p:cNvSpPr>
          <p:nvPr>
            <p:ph idx="4294967295"/>
          </p:nvPr>
        </p:nvSpPr>
        <p:spPr>
          <a:xfrm>
            <a:off x="4733985" y="1212980"/>
            <a:ext cx="6994062" cy="503391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992259"/>
      </p:ext>
    </p:extLst>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87D428-58EB-4431-96FF-FF13B63C579A}"/>
              </a:ext>
            </a:extLst>
          </p:cNvPr>
          <p:cNvSpPr>
            <a:spLocks noGrp="1"/>
          </p:cNvSpPr>
          <p:nvPr>
            <p:ph type="title"/>
          </p:nvPr>
        </p:nvSpPr>
        <p:spPr/>
        <p:txBody>
          <a:bodyPr/>
          <a:lstStyle/>
          <a:p>
            <a:r>
              <a:rPr lang="en-US"/>
              <a:t>Click to edit Master title style</a:t>
            </a:r>
            <a:endParaRPr lang="it-IT"/>
          </a:p>
        </p:txBody>
      </p:sp>
      <p:sp>
        <p:nvSpPr>
          <p:cNvPr id="3" name="Segnaposto contenuto 2">
            <a:extLst>
              <a:ext uri="{FF2B5EF4-FFF2-40B4-BE49-F238E27FC236}">
                <a16:creationId xmlns:a16="http://schemas.microsoft.com/office/drawing/2014/main" id="{B4FE050E-EB0B-47CC-BBE0-A027BB0301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data 3">
            <a:extLst>
              <a:ext uri="{FF2B5EF4-FFF2-40B4-BE49-F238E27FC236}">
                <a16:creationId xmlns:a16="http://schemas.microsoft.com/office/drawing/2014/main" id="{AF933E4A-E788-4414-80BD-6ECD4590113E}"/>
              </a:ext>
            </a:extLst>
          </p:cNvPr>
          <p:cNvSpPr>
            <a:spLocks noGrp="1"/>
          </p:cNvSpPr>
          <p:nvPr>
            <p:ph type="dt" sz="half" idx="10"/>
          </p:nvPr>
        </p:nvSpPr>
        <p:spPr/>
        <p:txBody>
          <a:bodyPr/>
          <a:lstStyle/>
          <a:p>
            <a:fld id="{9CB15703-4B86-4631-A144-9C394785F6B3}" type="datetimeFigureOut">
              <a:rPr lang="it-IT" smtClean="0"/>
              <a:t>27/08/2026</a:t>
            </a:fld>
            <a:endParaRPr lang="it-IT"/>
          </a:p>
        </p:txBody>
      </p:sp>
      <p:sp>
        <p:nvSpPr>
          <p:cNvPr id="5" name="Segnaposto piè di pagina 4">
            <a:extLst>
              <a:ext uri="{FF2B5EF4-FFF2-40B4-BE49-F238E27FC236}">
                <a16:creationId xmlns:a16="http://schemas.microsoft.com/office/drawing/2014/main" id="{56B1A4E9-52A4-4EFC-8A82-27EE5D35D46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3563304-46A7-4CB0-9EF5-941FE709592F}"/>
              </a:ext>
            </a:extLst>
          </p:cNvPr>
          <p:cNvSpPr>
            <a:spLocks noGrp="1"/>
          </p:cNvSpPr>
          <p:nvPr>
            <p:ph type="sldNum" sz="quarter" idx="12"/>
          </p:nvPr>
        </p:nvSpPr>
        <p:spPr/>
        <p:txBody>
          <a:bodyPr/>
          <a:lstStyle/>
          <a:p>
            <a:fld id="{133ECB49-4B64-42C5-A788-7CF570E6B0A3}" type="slidenum">
              <a:rPr lang="it-IT" smtClean="0"/>
              <a:t>‹#›</a:t>
            </a:fld>
            <a:endParaRPr lang="it-IT"/>
          </a:p>
        </p:txBody>
      </p:sp>
    </p:spTree>
    <p:extLst>
      <p:ext uri="{BB962C8B-B14F-4D97-AF65-F5344CB8AC3E}">
        <p14:creationId xmlns:p14="http://schemas.microsoft.com/office/powerpoint/2010/main" val="3235460187"/>
      </p:ext>
    </p:extLst>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523E9EA4-9D19-487A-B8F9-707BC60F3006}"/>
              </a:ext>
            </a:extLst>
          </p:cNvPr>
          <p:cNvSpPr>
            <a:spLocks noGrp="1"/>
          </p:cNvSpPr>
          <p:nvPr>
            <p:ph type="sldNum" sz="quarter" idx="4"/>
          </p:nvPr>
        </p:nvSpPr>
        <p:spPr>
          <a:xfrm>
            <a:off x="4728754" y="6497058"/>
            <a:ext cx="2743200" cy="365125"/>
          </a:xfrm>
          <a:prstGeom prst="rect">
            <a:avLst/>
          </a:prstGeom>
        </p:spPr>
        <p:txBody>
          <a:bodyPr vert="horz" lIns="91440" tIns="45720" rIns="91440" bIns="45720" rtlCol="0" anchor="ctr"/>
          <a:lstStyle>
            <a:lvl1pPr algn="ctr">
              <a:defRPr sz="927">
                <a:solidFill>
                  <a:schemeClr val="tx1"/>
                </a:solidFill>
                <a:latin typeface="Arial Nova Light" panose="020B0304020202020204" pitchFamily="34" charset="0"/>
              </a:defRPr>
            </a:lvl1pPr>
          </a:lstStyle>
          <a:p>
            <a:fld id="{E89B6D93-587D-4580-8112-496B3C53F9A3}" type="slidenum">
              <a:rPr lang="en-US" smtClean="0"/>
              <a:pPr/>
              <a:t>‹#›</a:t>
            </a:fld>
            <a:endParaRPr lang="en-US" dirty="0"/>
          </a:p>
        </p:txBody>
      </p:sp>
    </p:spTree>
    <p:extLst>
      <p:ext uri="{BB962C8B-B14F-4D97-AF65-F5344CB8AC3E}">
        <p14:creationId xmlns:p14="http://schemas.microsoft.com/office/powerpoint/2010/main" val="2233528671"/>
      </p:ext>
    </p:extLst>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559"/>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224"/>
            </a:lvl1pPr>
            <a:lvl2pPr marL="423605" indent="0" algn="ctr">
              <a:buNone/>
              <a:defRPr sz="1853"/>
            </a:lvl2pPr>
            <a:lvl3pPr marL="847210" indent="0" algn="ctr">
              <a:buNone/>
              <a:defRPr sz="1668"/>
            </a:lvl3pPr>
            <a:lvl4pPr marL="1270815" indent="0" algn="ctr">
              <a:buNone/>
              <a:defRPr sz="1482"/>
            </a:lvl4pPr>
            <a:lvl5pPr marL="1694420" indent="0" algn="ctr">
              <a:buNone/>
              <a:defRPr sz="1482"/>
            </a:lvl5pPr>
            <a:lvl6pPr marL="2118025" indent="0" algn="ctr">
              <a:buNone/>
              <a:defRPr sz="1482"/>
            </a:lvl6pPr>
            <a:lvl7pPr marL="2541630" indent="0" algn="ctr">
              <a:buNone/>
              <a:defRPr sz="1482"/>
            </a:lvl7pPr>
            <a:lvl8pPr marL="2965235" indent="0" algn="ctr">
              <a:buNone/>
              <a:defRPr sz="1482"/>
            </a:lvl8pPr>
            <a:lvl9pPr marL="3388840" indent="0" algn="ctr">
              <a:buNone/>
              <a:defRPr sz="148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11118481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92557389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559"/>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224">
                <a:solidFill>
                  <a:schemeClr val="tx1">
                    <a:tint val="75000"/>
                  </a:schemeClr>
                </a:solidFill>
              </a:defRPr>
            </a:lvl1pPr>
            <a:lvl2pPr marL="423605" indent="0">
              <a:buNone/>
              <a:defRPr sz="1853">
                <a:solidFill>
                  <a:schemeClr val="tx1">
                    <a:tint val="75000"/>
                  </a:schemeClr>
                </a:solidFill>
              </a:defRPr>
            </a:lvl2pPr>
            <a:lvl3pPr marL="847210" indent="0">
              <a:buNone/>
              <a:defRPr sz="1668">
                <a:solidFill>
                  <a:schemeClr val="tx1">
                    <a:tint val="75000"/>
                  </a:schemeClr>
                </a:solidFill>
              </a:defRPr>
            </a:lvl3pPr>
            <a:lvl4pPr marL="1270815" indent="0">
              <a:buNone/>
              <a:defRPr sz="1482">
                <a:solidFill>
                  <a:schemeClr val="tx1">
                    <a:tint val="75000"/>
                  </a:schemeClr>
                </a:solidFill>
              </a:defRPr>
            </a:lvl4pPr>
            <a:lvl5pPr marL="1694420" indent="0">
              <a:buNone/>
              <a:defRPr sz="1482">
                <a:solidFill>
                  <a:schemeClr val="tx1">
                    <a:tint val="75000"/>
                  </a:schemeClr>
                </a:solidFill>
              </a:defRPr>
            </a:lvl5pPr>
            <a:lvl6pPr marL="2118025" indent="0">
              <a:buNone/>
              <a:defRPr sz="1482">
                <a:solidFill>
                  <a:schemeClr val="tx1">
                    <a:tint val="75000"/>
                  </a:schemeClr>
                </a:solidFill>
              </a:defRPr>
            </a:lvl6pPr>
            <a:lvl7pPr marL="2541630" indent="0">
              <a:buNone/>
              <a:defRPr sz="1482">
                <a:solidFill>
                  <a:schemeClr val="tx1">
                    <a:tint val="75000"/>
                  </a:schemeClr>
                </a:solidFill>
              </a:defRPr>
            </a:lvl7pPr>
            <a:lvl8pPr marL="2965235" indent="0">
              <a:buNone/>
              <a:defRPr sz="1482">
                <a:solidFill>
                  <a:schemeClr val="tx1">
                    <a:tint val="75000"/>
                  </a:schemeClr>
                </a:solidFill>
              </a:defRPr>
            </a:lvl8pPr>
            <a:lvl9pPr marL="3388840" indent="0">
              <a:buNone/>
              <a:defRPr sz="148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419224068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274653481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224" b="1"/>
            </a:lvl1pPr>
            <a:lvl2pPr marL="423605" indent="0">
              <a:buNone/>
              <a:defRPr sz="1853" b="1"/>
            </a:lvl2pPr>
            <a:lvl3pPr marL="847210" indent="0">
              <a:buNone/>
              <a:defRPr sz="1668" b="1"/>
            </a:lvl3pPr>
            <a:lvl4pPr marL="1270815" indent="0">
              <a:buNone/>
              <a:defRPr sz="1482" b="1"/>
            </a:lvl4pPr>
            <a:lvl5pPr marL="1694420" indent="0">
              <a:buNone/>
              <a:defRPr sz="1482" b="1"/>
            </a:lvl5pPr>
            <a:lvl6pPr marL="2118025" indent="0">
              <a:buNone/>
              <a:defRPr sz="1482" b="1"/>
            </a:lvl6pPr>
            <a:lvl7pPr marL="2541630" indent="0">
              <a:buNone/>
              <a:defRPr sz="1482" b="1"/>
            </a:lvl7pPr>
            <a:lvl8pPr marL="2965235" indent="0">
              <a:buNone/>
              <a:defRPr sz="1482" b="1"/>
            </a:lvl8pPr>
            <a:lvl9pPr marL="3388840" indent="0">
              <a:buNone/>
              <a:defRPr sz="1482"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224" b="1"/>
            </a:lvl1pPr>
            <a:lvl2pPr marL="423605" indent="0">
              <a:buNone/>
              <a:defRPr sz="1853" b="1"/>
            </a:lvl2pPr>
            <a:lvl3pPr marL="847210" indent="0">
              <a:buNone/>
              <a:defRPr sz="1668" b="1"/>
            </a:lvl3pPr>
            <a:lvl4pPr marL="1270815" indent="0">
              <a:buNone/>
              <a:defRPr sz="1482" b="1"/>
            </a:lvl4pPr>
            <a:lvl5pPr marL="1694420" indent="0">
              <a:buNone/>
              <a:defRPr sz="1482" b="1"/>
            </a:lvl5pPr>
            <a:lvl6pPr marL="2118025" indent="0">
              <a:buNone/>
              <a:defRPr sz="1482" b="1"/>
            </a:lvl6pPr>
            <a:lvl7pPr marL="2541630" indent="0">
              <a:buNone/>
              <a:defRPr sz="1482" b="1"/>
            </a:lvl7pPr>
            <a:lvl8pPr marL="2965235" indent="0">
              <a:buNone/>
              <a:defRPr sz="1482" b="1"/>
            </a:lvl8pPr>
            <a:lvl9pPr marL="3388840" indent="0">
              <a:buNone/>
              <a:defRPr sz="1482"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328764226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324285957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20741847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2965"/>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2965"/>
            </a:lvl1pPr>
            <a:lvl2pPr>
              <a:defRPr sz="2594"/>
            </a:lvl2pPr>
            <a:lvl3pPr>
              <a:defRPr sz="2224"/>
            </a:lvl3pPr>
            <a:lvl4pPr>
              <a:defRPr sz="1853"/>
            </a:lvl4pPr>
            <a:lvl5pPr>
              <a:defRPr sz="1853"/>
            </a:lvl5pPr>
            <a:lvl6pPr>
              <a:defRPr sz="1853"/>
            </a:lvl6pPr>
            <a:lvl7pPr>
              <a:defRPr sz="1853"/>
            </a:lvl7pPr>
            <a:lvl8pPr>
              <a:defRPr sz="1853"/>
            </a:lvl8pPr>
            <a:lvl9pPr>
              <a:defRPr sz="18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482"/>
            </a:lvl1pPr>
            <a:lvl2pPr marL="423605" indent="0">
              <a:buNone/>
              <a:defRPr sz="1297"/>
            </a:lvl2pPr>
            <a:lvl3pPr marL="847210" indent="0">
              <a:buNone/>
              <a:defRPr sz="1112"/>
            </a:lvl3pPr>
            <a:lvl4pPr marL="1270815" indent="0">
              <a:buNone/>
              <a:defRPr sz="927"/>
            </a:lvl4pPr>
            <a:lvl5pPr marL="1694420" indent="0">
              <a:buNone/>
              <a:defRPr sz="927"/>
            </a:lvl5pPr>
            <a:lvl6pPr marL="2118025" indent="0">
              <a:buNone/>
              <a:defRPr sz="927"/>
            </a:lvl6pPr>
            <a:lvl7pPr marL="2541630" indent="0">
              <a:buNone/>
              <a:defRPr sz="927"/>
            </a:lvl7pPr>
            <a:lvl8pPr marL="2965235" indent="0">
              <a:buNone/>
              <a:defRPr sz="927"/>
            </a:lvl8pPr>
            <a:lvl9pPr marL="3388840" indent="0">
              <a:buNone/>
              <a:defRPr sz="927"/>
            </a:lvl9pPr>
          </a:lstStyle>
          <a:p>
            <a:pPr lvl="0"/>
            <a:r>
              <a:rPr lang="en-US"/>
              <a:t>Click to edit Master text styles</a:t>
            </a:r>
          </a:p>
        </p:txBody>
      </p:sp>
      <p:sp>
        <p:nvSpPr>
          <p:cNvPr id="5" name="Date Placeholder 4"/>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17590821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2965"/>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2965"/>
            </a:lvl1pPr>
            <a:lvl2pPr marL="423605" indent="0">
              <a:buNone/>
              <a:defRPr sz="2594"/>
            </a:lvl2pPr>
            <a:lvl3pPr marL="847210" indent="0">
              <a:buNone/>
              <a:defRPr sz="2224"/>
            </a:lvl3pPr>
            <a:lvl4pPr marL="1270815" indent="0">
              <a:buNone/>
              <a:defRPr sz="1853"/>
            </a:lvl4pPr>
            <a:lvl5pPr marL="1694420" indent="0">
              <a:buNone/>
              <a:defRPr sz="1853"/>
            </a:lvl5pPr>
            <a:lvl6pPr marL="2118025" indent="0">
              <a:buNone/>
              <a:defRPr sz="1853"/>
            </a:lvl6pPr>
            <a:lvl7pPr marL="2541630" indent="0">
              <a:buNone/>
              <a:defRPr sz="1853"/>
            </a:lvl7pPr>
            <a:lvl8pPr marL="2965235" indent="0">
              <a:buNone/>
              <a:defRPr sz="1853"/>
            </a:lvl8pPr>
            <a:lvl9pPr marL="3388840" indent="0">
              <a:buNone/>
              <a:defRPr sz="1853"/>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482"/>
            </a:lvl1pPr>
            <a:lvl2pPr marL="423605" indent="0">
              <a:buNone/>
              <a:defRPr sz="1297"/>
            </a:lvl2pPr>
            <a:lvl3pPr marL="847210" indent="0">
              <a:buNone/>
              <a:defRPr sz="1112"/>
            </a:lvl3pPr>
            <a:lvl4pPr marL="1270815" indent="0">
              <a:buNone/>
              <a:defRPr sz="927"/>
            </a:lvl4pPr>
            <a:lvl5pPr marL="1694420" indent="0">
              <a:buNone/>
              <a:defRPr sz="927"/>
            </a:lvl5pPr>
            <a:lvl6pPr marL="2118025" indent="0">
              <a:buNone/>
              <a:defRPr sz="927"/>
            </a:lvl6pPr>
            <a:lvl7pPr marL="2541630" indent="0">
              <a:buNone/>
              <a:defRPr sz="927"/>
            </a:lvl7pPr>
            <a:lvl8pPr marL="2965235" indent="0">
              <a:buNone/>
              <a:defRPr sz="927"/>
            </a:lvl8pPr>
            <a:lvl9pPr marL="3388840" indent="0">
              <a:buNone/>
              <a:defRPr sz="927"/>
            </a:lvl9pPr>
          </a:lstStyle>
          <a:p>
            <a:pPr lvl="0"/>
            <a:r>
              <a:rPr lang="en-US"/>
              <a:t>Click to edit Master text styles</a:t>
            </a:r>
          </a:p>
        </p:txBody>
      </p:sp>
      <p:sp>
        <p:nvSpPr>
          <p:cNvPr id="5" name="Date Placeholder 4"/>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234397845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39492098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E53E2-FE8B-4A6E-8453-DE9A74D205A0}"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6946EB-0013-430E-BAF2-95A755306867}" type="slidenum">
              <a:rPr lang="en-US" smtClean="0"/>
              <a:t>‹#›</a:t>
            </a:fld>
            <a:endParaRPr lang="en-US" dirty="0"/>
          </a:p>
        </p:txBody>
      </p:sp>
    </p:spTree>
    <p:extLst>
      <p:ext uri="{BB962C8B-B14F-4D97-AF65-F5344CB8AC3E}">
        <p14:creationId xmlns:p14="http://schemas.microsoft.com/office/powerpoint/2010/main" val="21739520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5" Type="http://schemas.openxmlformats.org/officeDocument/2006/relationships/theme" Target="../theme/theme2.xml"/><Relationship Id="rId4"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image" Target="../media/image33.png"/><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theme" Target="../theme/theme3.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image" Target="../media/image3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theme" Target="../theme/theme4.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563EF-DB0E-054B-9CB4-E4D6D2318E23}"/>
              </a:ext>
            </a:extLst>
          </p:cNvPr>
          <p:cNvSpPr>
            <a:spLocks noGrp="1"/>
          </p:cNvSpPr>
          <p:nvPr>
            <p:ph type="title"/>
          </p:nvPr>
        </p:nvSpPr>
        <p:spPr>
          <a:xfrm>
            <a:off x="301752" y="301752"/>
            <a:ext cx="10972800" cy="612648"/>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FFD0F04-7B1A-FB4B-A28E-8F4282C7AA6D}"/>
              </a:ext>
            </a:extLst>
          </p:cNvPr>
          <p:cNvSpPr>
            <a:spLocks noGrp="1"/>
          </p:cNvSpPr>
          <p:nvPr>
            <p:ph type="body" idx="1"/>
          </p:nvPr>
        </p:nvSpPr>
        <p:spPr>
          <a:xfrm>
            <a:off x="530352" y="1216152"/>
            <a:ext cx="11204448" cy="502848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41AEA19F-3EEE-6442-883C-6F5498556D14}"/>
              </a:ext>
            </a:extLst>
          </p:cNvPr>
          <p:cNvCxnSpPr>
            <a:cxnSpLocks/>
          </p:cNvCxnSpPr>
          <p:nvPr/>
        </p:nvCxnSpPr>
        <p:spPr>
          <a:xfrm>
            <a:off x="380246"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3956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Lst>
  <p:txStyles>
    <p:titleStyle>
      <a:lvl1pPr algn="l" defTabSz="914400" rtl="0" eaLnBrk="1" latinLnBrk="0" hangingPunct="1">
        <a:lnSpc>
          <a:spcPct val="90000"/>
        </a:lnSpc>
        <a:spcBef>
          <a:spcPct val="0"/>
        </a:spcBef>
        <a:buNone/>
        <a:defRPr sz="3600" b="1" i="0" kern="1200" cap="all" spc="200" baseline="0">
          <a:solidFill>
            <a:schemeClr val="tx1"/>
          </a:solidFill>
          <a:latin typeface="Verdana Pro Semibold" panose="020B0704030504040204" pitchFamily="34" charset="0"/>
          <a:ea typeface="+mj-ea"/>
          <a:cs typeface="Verdana Pro Semibold" panose="020B0704030504040204" pitchFamily="34" charset="0"/>
        </a:defRPr>
      </a:lvl1pPr>
    </p:titleStyle>
    <p:bodyStyle>
      <a:lvl1pPr marL="0" indent="0" algn="l" defTabSz="914400" rtl="0" eaLnBrk="1" latinLnBrk="0" hangingPunct="1">
        <a:lnSpc>
          <a:spcPct val="100000"/>
        </a:lnSpc>
        <a:spcBef>
          <a:spcPts val="1800"/>
        </a:spcBef>
        <a:buFont typeface="Arial" panose="020B0604020202020204" pitchFamily="34" charset="0"/>
        <a:buNone/>
        <a:defRPr sz="2000" b="1" i="0" kern="1200" cap="all" spc="100" baseline="0">
          <a:solidFill>
            <a:schemeClr val="tx1"/>
          </a:solidFill>
          <a:latin typeface="Verdana Pro Semibold" panose="020B0704030504040204" pitchFamily="34" charset="0"/>
          <a:ea typeface="+mn-ea"/>
          <a:cs typeface="Verdana Pro Semibold" panose="020B0704030504040204" pitchFamily="34" charset="0"/>
        </a:defRPr>
      </a:lvl1pPr>
      <a:lvl2pPr marL="3175" indent="0" algn="l" defTabSz="914400" rtl="0" eaLnBrk="1" latinLnBrk="0" hangingPunct="1">
        <a:lnSpc>
          <a:spcPct val="100000"/>
        </a:lnSpc>
        <a:spcBef>
          <a:spcPts val="1200"/>
        </a:spcBef>
        <a:buFontTx/>
        <a:buNone/>
        <a:tabLst/>
        <a:defRPr sz="1600" b="0" i="0" kern="1200">
          <a:solidFill>
            <a:schemeClr val="tx1"/>
          </a:solidFill>
          <a:latin typeface="Verdana Pro Cond Semibold" panose="020F0502020204030204" pitchFamily="34" charset="0"/>
          <a:ea typeface="Verdana" panose="020B0604030504040204" pitchFamily="34" charset="0"/>
          <a:cs typeface="Tahoma" panose="020B0604030504040204" pitchFamily="34" charset="0"/>
        </a:defRPr>
      </a:lvl2pPr>
      <a:lvl3pPr marL="219075" indent="-219075" algn="l" defTabSz="914400" rtl="0" eaLnBrk="1" latinLnBrk="0" hangingPunct="1">
        <a:lnSpc>
          <a:spcPct val="100000"/>
        </a:lnSpc>
        <a:spcBef>
          <a:spcPts val="600"/>
        </a:spcBef>
        <a:buSzPct val="85000"/>
        <a:buFont typeface="Wingdings" panose="05000000000000000000" pitchFamily="2" charset="2"/>
        <a:buChar char="§"/>
        <a:tabLst/>
        <a:defRPr sz="16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3pPr>
      <a:lvl4pPr marL="473075" indent="-203200" algn="l" defTabSz="914400" rtl="0" eaLnBrk="1" latinLnBrk="0" hangingPunct="1">
        <a:lnSpc>
          <a:spcPct val="100000"/>
        </a:lnSpc>
        <a:spcBef>
          <a:spcPts val="600"/>
        </a:spcBef>
        <a:buSzPct val="85000"/>
        <a:buFont typeface="Wingdings" panose="05000000000000000000" pitchFamily="2" charset="2"/>
        <a:buChar char="§"/>
        <a:tabLst/>
        <a:defRPr sz="14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4pPr>
      <a:lvl5pPr marL="812800" indent="-203200" algn="l" defTabSz="914400" rtl="0" eaLnBrk="1" latinLnBrk="0" hangingPunct="1">
        <a:lnSpc>
          <a:spcPct val="100000"/>
        </a:lnSpc>
        <a:spcBef>
          <a:spcPts val="600"/>
        </a:spcBef>
        <a:buSzPct val="80000"/>
        <a:buFont typeface="Wingdings" panose="05000000000000000000" pitchFamily="2" charset="2"/>
        <a:buChar char="§"/>
        <a:tabLst/>
        <a:defRPr sz="14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05C4A6-5174-7941-AE11-FDA9FC2240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9AC661-889C-8541-89D7-EDBCCB66A2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016903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563EF-DB0E-054B-9CB4-E4D6D2318E23}"/>
              </a:ext>
            </a:extLst>
          </p:cNvPr>
          <p:cNvSpPr>
            <a:spLocks noGrp="1"/>
          </p:cNvSpPr>
          <p:nvPr>
            <p:ph type="title"/>
          </p:nvPr>
        </p:nvSpPr>
        <p:spPr>
          <a:xfrm>
            <a:off x="301752" y="301752"/>
            <a:ext cx="10972800" cy="612648"/>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FFD0F04-7B1A-FB4B-A28E-8F4282C7AA6D}"/>
              </a:ext>
            </a:extLst>
          </p:cNvPr>
          <p:cNvSpPr>
            <a:spLocks noGrp="1"/>
          </p:cNvSpPr>
          <p:nvPr>
            <p:ph type="body" idx="1"/>
          </p:nvPr>
        </p:nvSpPr>
        <p:spPr>
          <a:xfrm>
            <a:off x="530352" y="1216152"/>
            <a:ext cx="11049001" cy="502848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41AEA19F-3EEE-6442-883C-6F5498556D14}"/>
              </a:ext>
            </a:extLst>
          </p:cNvPr>
          <p:cNvCxnSpPr>
            <a:cxnSpLocks/>
          </p:cNvCxnSpPr>
          <p:nvPr/>
        </p:nvCxnSpPr>
        <p:spPr>
          <a:xfrm>
            <a:off x="380247" y="994289"/>
            <a:ext cx="1142547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BB8C877-8E4F-3B42-909B-DC39DF8FBC07}"/>
              </a:ext>
            </a:extLst>
          </p:cNvPr>
          <p:cNvPicPr>
            <a:picLocks noChangeAspect="1"/>
          </p:cNvPicPr>
          <p:nvPr/>
        </p:nvPicPr>
        <p:blipFill>
          <a:blip r:embed="rId26">
            <a:alphaModFix/>
          </a:blip>
          <a:stretch>
            <a:fillRect/>
          </a:stretch>
        </p:blipFill>
        <p:spPr>
          <a:xfrm>
            <a:off x="11385550" y="523241"/>
            <a:ext cx="429768" cy="236975"/>
          </a:xfrm>
          <a:prstGeom prst="rect">
            <a:avLst/>
          </a:prstGeom>
        </p:spPr>
      </p:pic>
    </p:spTree>
    <p:extLst>
      <p:ext uri="{BB962C8B-B14F-4D97-AF65-F5344CB8AC3E}">
        <p14:creationId xmlns:p14="http://schemas.microsoft.com/office/powerpoint/2010/main" val="72209293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Lst>
  <p:txStyles>
    <p:titleStyle>
      <a:lvl1pPr algn="l" defTabSz="847210" rtl="0" eaLnBrk="1" latinLnBrk="0" hangingPunct="1">
        <a:lnSpc>
          <a:spcPct val="90000"/>
        </a:lnSpc>
        <a:spcBef>
          <a:spcPct val="0"/>
        </a:spcBef>
        <a:buNone/>
        <a:defRPr sz="3335" b="1" i="0" kern="1200" cap="all" spc="93" baseline="0">
          <a:solidFill>
            <a:schemeClr val="accent1"/>
          </a:solidFill>
          <a:latin typeface="Arial Narrow" panose="020B0604020202020204" pitchFamily="34" charset="0"/>
          <a:ea typeface="+mj-ea"/>
          <a:cs typeface="Arial Narrow" panose="020B0604020202020204" pitchFamily="34" charset="0"/>
        </a:defRPr>
      </a:lvl1pPr>
    </p:titleStyle>
    <p:bodyStyle>
      <a:lvl1pPr marL="0" indent="0" algn="l" defTabSz="847210" rtl="0" eaLnBrk="1" latinLnBrk="0" hangingPunct="1">
        <a:lnSpc>
          <a:spcPct val="100000"/>
        </a:lnSpc>
        <a:spcBef>
          <a:spcPts val="1668"/>
        </a:spcBef>
        <a:buFont typeface="Arial" panose="020B0604020202020204" pitchFamily="34" charset="0"/>
        <a:buNone/>
        <a:defRPr sz="1853" b="1" i="0" kern="1200" cap="all" spc="93" baseline="0">
          <a:solidFill>
            <a:schemeClr val="accent1"/>
          </a:solidFill>
          <a:latin typeface="Arial Narrow" panose="020B0604020202020204" pitchFamily="34" charset="0"/>
          <a:ea typeface="+mn-ea"/>
          <a:cs typeface="Arial Narrow" panose="020B0604020202020204" pitchFamily="34" charset="0"/>
        </a:defRPr>
      </a:lvl1pPr>
      <a:lvl2pPr marL="2942" indent="0" algn="l" defTabSz="847210" rtl="0" eaLnBrk="1" latinLnBrk="0" hangingPunct="1">
        <a:lnSpc>
          <a:spcPct val="100000"/>
        </a:lnSpc>
        <a:spcBef>
          <a:spcPts val="1112"/>
        </a:spcBef>
        <a:buFontTx/>
        <a:buNone/>
        <a:tabLst/>
        <a:defRPr sz="1482" b="0" i="0" kern="1200">
          <a:solidFill>
            <a:schemeClr val="tx1"/>
          </a:solidFill>
          <a:latin typeface="Times New Roman" panose="02020603050405020304" pitchFamily="18" charset="0"/>
          <a:ea typeface="+mn-ea"/>
          <a:cs typeface="Times New Roman" panose="02020603050405020304" pitchFamily="18" charset="0"/>
        </a:defRPr>
      </a:lvl2pPr>
      <a:lvl3pPr marL="202978" indent="-202978" algn="l" defTabSz="847210" rtl="0" eaLnBrk="1" latinLnBrk="0" hangingPunct="1">
        <a:lnSpc>
          <a:spcPct val="100000"/>
        </a:lnSpc>
        <a:spcBef>
          <a:spcPts val="1112"/>
        </a:spcBef>
        <a:buSzPct val="85000"/>
        <a:buFontTx/>
        <a:buBlip>
          <a:blip r:embed="rId27"/>
        </a:buBlip>
        <a:tabLst/>
        <a:defRPr sz="1482" b="0" i="0" kern="1200">
          <a:solidFill>
            <a:schemeClr val="tx1"/>
          </a:solidFill>
          <a:latin typeface="Times New Roman" panose="02020603050405020304" pitchFamily="18" charset="0"/>
          <a:ea typeface="+mn-ea"/>
          <a:cs typeface="Times New Roman" panose="02020603050405020304" pitchFamily="18" charset="0"/>
        </a:defRPr>
      </a:lvl3pPr>
      <a:lvl4pPr marL="438314" indent="-188269" algn="l" defTabSz="847210" rtl="0" eaLnBrk="1" latinLnBrk="0" hangingPunct="1">
        <a:lnSpc>
          <a:spcPct val="100000"/>
        </a:lnSpc>
        <a:spcBef>
          <a:spcPts val="556"/>
        </a:spcBef>
        <a:buSzPct val="85000"/>
        <a:buFontTx/>
        <a:buBlip>
          <a:blip r:embed="rId27"/>
        </a:buBlip>
        <a:tabLst/>
        <a:defRPr sz="1482" b="0" i="0" kern="1200">
          <a:solidFill>
            <a:schemeClr val="tx1"/>
          </a:solidFill>
          <a:latin typeface="Times New Roman" panose="02020603050405020304" pitchFamily="18" charset="0"/>
          <a:ea typeface="+mn-ea"/>
          <a:cs typeface="Times New Roman" panose="02020603050405020304" pitchFamily="18" charset="0"/>
        </a:defRPr>
      </a:lvl4pPr>
      <a:lvl5pPr marL="753075" indent="-188269" algn="l" defTabSz="847210" rtl="0" eaLnBrk="1" latinLnBrk="0" hangingPunct="1">
        <a:lnSpc>
          <a:spcPct val="100000"/>
        </a:lnSpc>
        <a:spcBef>
          <a:spcPts val="556"/>
        </a:spcBef>
        <a:buSzPct val="80000"/>
        <a:buFontTx/>
        <a:buBlip>
          <a:blip r:embed="rId27"/>
        </a:buBlip>
        <a:tabLst/>
        <a:defRPr sz="1482" b="0" i="0" kern="1200">
          <a:solidFill>
            <a:schemeClr val="tx1"/>
          </a:solidFill>
          <a:latin typeface="Times New Roman" panose="02020603050405020304" pitchFamily="18" charset="0"/>
          <a:ea typeface="+mn-ea"/>
          <a:cs typeface="Times New Roman" panose="02020603050405020304" pitchFamily="18" charset="0"/>
        </a:defRPr>
      </a:lvl5pPr>
      <a:lvl6pPr marL="2329827"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6pPr>
      <a:lvl7pPr marL="2753432"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7pPr>
      <a:lvl8pPr marL="3177037"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8pPr>
      <a:lvl9pPr marL="3600642"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9pPr>
    </p:bodyStyle>
    <p:otherStyle>
      <a:defPPr>
        <a:defRPr lang="en-US"/>
      </a:defPPr>
      <a:lvl1pPr marL="0" algn="l" defTabSz="847210" rtl="0" eaLnBrk="1" latinLnBrk="0" hangingPunct="1">
        <a:defRPr sz="1668" kern="1200">
          <a:solidFill>
            <a:schemeClr val="tx1"/>
          </a:solidFill>
          <a:latin typeface="+mn-lt"/>
          <a:ea typeface="+mn-ea"/>
          <a:cs typeface="+mn-cs"/>
        </a:defRPr>
      </a:lvl1pPr>
      <a:lvl2pPr marL="423605" algn="l" defTabSz="847210" rtl="0" eaLnBrk="1" latinLnBrk="0" hangingPunct="1">
        <a:defRPr sz="1668" kern="1200">
          <a:solidFill>
            <a:schemeClr val="tx1"/>
          </a:solidFill>
          <a:latin typeface="+mn-lt"/>
          <a:ea typeface="+mn-ea"/>
          <a:cs typeface="+mn-cs"/>
        </a:defRPr>
      </a:lvl2pPr>
      <a:lvl3pPr marL="847210" algn="l" defTabSz="847210" rtl="0" eaLnBrk="1" latinLnBrk="0" hangingPunct="1">
        <a:defRPr sz="1668" kern="1200">
          <a:solidFill>
            <a:schemeClr val="tx1"/>
          </a:solidFill>
          <a:latin typeface="+mn-lt"/>
          <a:ea typeface="+mn-ea"/>
          <a:cs typeface="+mn-cs"/>
        </a:defRPr>
      </a:lvl3pPr>
      <a:lvl4pPr marL="1270815" algn="l" defTabSz="847210" rtl="0" eaLnBrk="1" latinLnBrk="0" hangingPunct="1">
        <a:defRPr sz="1668" kern="1200">
          <a:solidFill>
            <a:schemeClr val="tx1"/>
          </a:solidFill>
          <a:latin typeface="+mn-lt"/>
          <a:ea typeface="+mn-ea"/>
          <a:cs typeface="+mn-cs"/>
        </a:defRPr>
      </a:lvl4pPr>
      <a:lvl5pPr marL="1694420" algn="l" defTabSz="847210" rtl="0" eaLnBrk="1" latinLnBrk="0" hangingPunct="1">
        <a:defRPr sz="1668" kern="1200">
          <a:solidFill>
            <a:schemeClr val="tx1"/>
          </a:solidFill>
          <a:latin typeface="+mn-lt"/>
          <a:ea typeface="+mn-ea"/>
          <a:cs typeface="+mn-cs"/>
        </a:defRPr>
      </a:lvl5pPr>
      <a:lvl6pPr marL="2118025" algn="l" defTabSz="847210" rtl="0" eaLnBrk="1" latinLnBrk="0" hangingPunct="1">
        <a:defRPr sz="1668" kern="1200">
          <a:solidFill>
            <a:schemeClr val="tx1"/>
          </a:solidFill>
          <a:latin typeface="+mn-lt"/>
          <a:ea typeface="+mn-ea"/>
          <a:cs typeface="+mn-cs"/>
        </a:defRPr>
      </a:lvl6pPr>
      <a:lvl7pPr marL="2541630" algn="l" defTabSz="847210" rtl="0" eaLnBrk="1" latinLnBrk="0" hangingPunct="1">
        <a:defRPr sz="1668" kern="1200">
          <a:solidFill>
            <a:schemeClr val="tx1"/>
          </a:solidFill>
          <a:latin typeface="+mn-lt"/>
          <a:ea typeface="+mn-ea"/>
          <a:cs typeface="+mn-cs"/>
        </a:defRPr>
      </a:lvl7pPr>
      <a:lvl8pPr marL="2965235" algn="l" defTabSz="847210" rtl="0" eaLnBrk="1" latinLnBrk="0" hangingPunct="1">
        <a:defRPr sz="1668" kern="1200">
          <a:solidFill>
            <a:schemeClr val="tx1"/>
          </a:solidFill>
          <a:latin typeface="+mn-lt"/>
          <a:ea typeface="+mn-ea"/>
          <a:cs typeface="+mn-cs"/>
        </a:defRPr>
      </a:lvl8pPr>
      <a:lvl9pPr marL="3388840" algn="l" defTabSz="847210" rtl="0" eaLnBrk="1" latinLnBrk="0" hangingPunct="1">
        <a:defRPr sz="166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0">
          <p15:clr>
            <a:srgbClr val="F26B43"/>
          </p15:clr>
        </p15:guide>
        <p15:guide id="2" pos="7440">
          <p15:clr>
            <a:srgbClr val="F26B43"/>
          </p15:clr>
        </p15:guide>
        <p15:guide id="3" orient="horz" pos="4080">
          <p15:clr>
            <a:srgbClr val="F26B43"/>
          </p15:clr>
        </p15:guide>
        <p15:guide id="4" orient="horz" pos="744">
          <p15:clr>
            <a:srgbClr val="F26B43"/>
          </p15:clr>
        </p15:guide>
        <p15:guide id="5" pos="38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12">
                <a:solidFill>
                  <a:schemeClr val="tx1">
                    <a:tint val="75000"/>
                  </a:schemeClr>
                </a:solidFill>
              </a:defRPr>
            </a:lvl1pPr>
          </a:lstStyle>
          <a:p>
            <a:fld id="{BC9E53E2-FE8B-4A6E-8453-DE9A74D205A0}" type="datetimeFigureOut">
              <a:rPr lang="en-US" smtClean="0"/>
              <a:t>8/27/2026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12">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12">
                <a:solidFill>
                  <a:schemeClr val="tx1">
                    <a:tint val="75000"/>
                  </a:schemeClr>
                </a:solidFill>
              </a:defRPr>
            </a:lvl1pPr>
          </a:lstStyle>
          <a:p>
            <a:fld id="{D56946EB-0013-430E-BAF2-95A755306867}" type="slidenum">
              <a:rPr lang="en-US" smtClean="0"/>
              <a:t>‹#›</a:t>
            </a:fld>
            <a:endParaRPr lang="en-US" dirty="0"/>
          </a:p>
        </p:txBody>
      </p:sp>
    </p:spTree>
    <p:extLst>
      <p:ext uri="{BB962C8B-B14F-4D97-AF65-F5344CB8AC3E}">
        <p14:creationId xmlns:p14="http://schemas.microsoft.com/office/powerpoint/2010/main" val="231421067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847210" rtl="0" eaLnBrk="1" latinLnBrk="0" hangingPunct="1">
        <a:lnSpc>
          <a:spcPct val="90000"/>
        </a:lnSpc>
        <a:spcBef>
          <a:spcPct val="0"/>
        </a:spcBef>
        <a:buNone/>
        <a:defRPr sz="4077" kern="1200">
          <a:solidFill>
            <a:schemeClr val="tx1"/>
          </a:solidFill>
          <a:latin typeface="+mj-lt"/>
          <a:ea typeface="+mj-ea"/>
          <a:cs typeface="+mj-cs"/>
        </a:defRPr>
      </a:lvl1pPr>
    </p:titleStyle>
    <p:bodyStyle>
      <a:lvl1pPr marL="211802" indent="-211802" algn="l" defTabSz="847210" rtl="0" eaLnBrk="1" latinLnBrk="0" hangingPunct="1">
        <a:lnSpc>
          <a:spcPct val="90000"/>
        </a:lnSpc>
        <a:spcBef>
          <a:spcPts val="927"/>
        </a:spcBef>
        <a:buFont typeface="Arial" panose="020B0604020202020204" pitchFamily="34" charset="0"/>
        <a:buChar char="•"/>
        <a:defRPr sz="2594" kern="1200">
          <a:solidFill>
            <a:schemeClr val="tx1"/>
          </a:solidFill>
          <a:latin typeface="+mn-lt"/>
          <a:ea typeface="+mn-ea"/>
          <a:cs typeface="+mn-cs"/>
        </a:defRPr>
      </a:lvl1pPr>
      <a:lvl2pPr marL="635407" indent="-211802" algn="l" defTabSz="847210" rtl="0" eaLnBrk="1" latinLnBrk="0" hangingPunct="1">
        <a:lnSpc>
          <a:spcPct val="90000"/>
        </a:lnSpc>
        <a:spcBef>
          <a:spcPts val="463"/>
        </a:spcBef>
        <a:buFont typeface="Arial" panose="020B0604020202020204" pitchFamily="34" charset="0"/>
        <a:buChar char="•"/>
        <a:defRPr sz="2224" kern="1200">
          <a:solidFill>
            <a:schemeClr val="tx1"/>
          </a:solidFill>
          <a:latin typeface="+mn-lt"/>
          <a:ea typeface="+mn-ea"/>
          <a:cs typeface="+mn-cs"/>
        </a:defRPr>
      </a:lvl2pPr>
      <a:lvl3pPr marL="1059012" indent="-211802" algn="l" defTabSz="847210" rtl="0" eaLnBrk="1" latinLnBrk="0" hangingPunct="1">
        <a:lnSpc>
          <a:spcPct val="90000"/>
        </a:lnSpc>
        <a:spcBef>
          <a:spcPts val="463"/>
        </a:spcBef>
        <a:buFont typeface="Arial" panose="020B0604020202020204" pitchFamily="34" charset="0"/>
        <a:buChar char="•"/>
        <a:defRPr sz="1853" kern="1200">
          <a:solidFill>
            <a:schemeClr val="tx1"/>
          </a:solidFill>
          <a:latin typeface="+mn-lt"/>
          <a:ea typeface="+mn-ea"/>
          <a:cs typeface="+mn-cs"/>
        </a:defRPr>
      </a:lvl3pPr>
      <a:lvl4pPr marL="1482617"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4pPr>
      <a:lvl5pPr marL="1906222"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5pPr>
      <a:lvl6pPr marL="2329827"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6pPr>
      <a:lvl7pPr marL="2753432"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7pPr>
      <a:lvl8pPr marL="3177037"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8pPr>
      <a:lvl9pPr marL="3600642" indent="-211802" algn="l" defTabSz="847210" rtl="0" eaLnBrk="1" latinLnBrk="0" hangingPunct="1">
        <a:lnSpc>
          <a:spcPct val="90000"/>
        </a:lnSpc>
        <a:spcBef>
          <a:spcPts val="463"/>
        </a:spcBef>
        <a:buFont typeface="Arial" panose="020B0604020202020204" pitchFamily="34" charset="0"/>
        <a:buChar char="•"/>
        <a:defRPr sz="1668" kern="1200">
          <a:solidFill>
            <a:schemeClr val="tx1"/>
          </a:solidFill>
          <a:latin typeface="+mn-lt"/>
          <a:ea typeface="+mn-ea"/>
          <a:cs typeface="+mn-cs"/>
        </a:defRPr>
      </a:lvl9pPr>
    </p:bodyStyle>
    <p:otherStyle>
      <a:defPPr>
        <a:defRPr lang="en-US"/>
      </a:defPPr>
      <a:lvl1pPr marL="0" algn="l" defTabSz="847210" rtl="0" eaLnBrk="1" latinLnBrk="0" hangingPunct="1">
        <a:defRPr sz="1668" kern="1200">
          <a:solidFill>
            <a:schemeClr val="tx1"/>
          </a:solidFill>
          <a:latin typeface="+mn-lt"/>
          <a:ea typeface="+mn-ea"/>
          <a:cs typeface="+mn-cs"/>
        </a:defRPr>
      </a:lvl1pPr>
      <a:lvl2pPr marL="423605" algn="l" defTabSz="847210" rtl="0" eaLnBrk="1" latinLnBrk="0" hangingPunct="1">
        <a:defRPr sz="1668" kern="1200">
          <a:solidFill>
            <a:schemeClr val="tx1"/>
          </a:solidFill>
          <a:latin typeface="+mn-lt"/>
          <a:ea typeface="+mn-ea"/>
          <a:cs typeface="+mn-cs"/>
        </a:defRPr>
      </a:lvl2pPr>
      <a:lvl3pPr marL="847210" algn="l" defTabSz="847210" rtl="0" eaLnBrk="1" latinLnBrk="0" hangingPunct="1">
        <a:defRPr sz="1668" kern="1200">
          <a:solidFill>
            <a:schemeClr val="tx1"/>
          </a:solidFill>
          <a:latin typeface="+mn-lt"/>
          <a:ea typeface="+mn-ea"/>
          <a:cs typeface="+mn-cs"/>
        </a:defRPr>
      </a:lvl3pPr>
      <a:lvl4pPr marL="1270815" algn="l" defTabSz="847210" rtl="0" eaLnBrk="1" latinLnBrk="0" hangingPunct="1">
        <a:defRPr sz="1668" kern="1200">
          <a:solidFill>
            <a:schemeClr val="tx1"/>
          </a:solidFill>
          <a:latin typeface="+mn-lt"/>
          <a:ea typeface="+mn-ea"/>
          <a:cs typeface="+mn-cs"/>
        </a:defRPr>
      </a:lvl4pPr>
      <a:lvl5pPr marL="1694420" algn="l" defTabSz="847210" rtl="0" eaLnBrk="1" latinLnBrk="0" hangingPunct="1">
        <a:defRPr sz="1668" kern="1200">
          <a:solidFill>
            <a:schemeClr val="tx1"/>
          </a:solidFill>
          <a:latin typeface="+mn-lt"/>
          <a:ea typeface="+mn-ea"/>
          <a:cs typeface="+mn-cs"/>
        </a:defRPr>
      </a:lvl5pPr>
      <a:lvl6pPr marL="2118025" algn="l" defTabSz="847210" rtl="0" eaLnBrk="1" latinLnBrk="0" hangingPunct="1">
        <a:defRPr sz="1668" kern="1200">
          <a:solidFill>
            <a:schemeClr val="tx1"/>
          </a:solidFill>
          <a:latin typeface="+mn-lt"/>
          <a:ea typeface="+mn-ea"/>
          <a:cs typeface="+mn-cs"/>
        </a:defRPr>
      </a:lvl6pPr>
      <a:lvl7pPr marL="2541630" algn="l" defTabSz="847210" rtl="0" eaLnBrk="1" latinLnBrk="0" hangingPunct="1">
        <a:defRPr sz="1668" kern="1200">
          <a:solidFill>
            <a:schemeClr val="tx1"/>
          </a:solidFill>
          <a:latin typeface="+mn-lt"/>
          <a:ea typeface="+mn-ea"/>
          <a:cs typeface="+mn-cs"/>
        </a:defRPr>
      </a:lvl7pPr>
      <a:lvl8pPr marL="2965235" algn="l" defTabSz="847210" rtl="0" eaLnBrk="1" latinLnBrk="0" hangingPunct="1">
        <a:defRPr sz="1668" kern="1200">
          <a:solidFill>
            <a:schemeClr val="tx1"/>
          </a:solidFill>
          <a:latin typeface="+mn-lt"/>
          <a:ea typeface="+mn-ea"/>
          <a:cs typeface="+mn-cs"/>
        </a:defRPr>
      </a:lvl8pPr>
      <a:lvl9pPr marL="3388840" algn="l" defTabSz="847210" rtl="0" eaLnBrk="1" latinLnBrk="0" hangingPunct="1">
        <a:defRPr sz="16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9.png"/><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3.png"/><Relationship Id="rId1" Type="http://schemas.openxmlformats.org/officeDocument/2006/relationships/slideLayout" Target="../slideLayouts/slideLayout9.xml"/><Relationship Id="rId5" Type="http://schemas.openxmlformats.org/officeDocument/2006/relationships/image" Target="../media/image40.png"/><Relationship Id="rId4" Type="http://schemas.openxmlformats.org/officeDocument/2006/relationships/image" Target="../media/image42.png"/></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4.png"/><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46.png"/><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7.png"/><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8.png"/><Relationship Id="rId1" Type="http://schemas.openxmlformats.org/officeDocument/2006/relationships/slideLayout" Target="../slideLayouts/slideLayout9.xml"/><Relationship Id="rId5" Type="http://schemas.openxmlformats.org/officeDocument/2006/relationships/image" Target="../media/image40.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55.png"/><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56.png"/><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0A871979-803E-C6EF-4946-01410663C603}"/>
              </a:ext>
            </a:extLst>
          </p:cNvPr>
          <p:cNvSpPr>
            <a:spLocks noGrp="1"/>
          </p:cNvSpPr>
          <p:nvPr>
            <p:ph type="subTitle" idx="1"/>
          </p:nvPr>
        </p:nvSpPr>
        <p:spPr>
          <a:xfrm>
            <a:off x="1524000" y="5915089"/>
            <a:ext cx="9144000" cy="685072"/>
          </a:xfrm>
        </p:spPr>
        <p:txBody>
          <a:bodyPr/>
          <a:lstStyle/>
          <a:p>
            <a:r>
              <a:rPr lang="en-US" dirty="0"/>
              <a:t>Spirits Industry Data Analysis</a:t>
            </a:r>
          </a:p>
        </p:txBody>
      </p:sp>
    </p:spTree>
    <p:extLst>
      <p:ext uri="{BB962C8B-B14F-4D97-AF65-F5344CB8AC3E}">
        <p14:creationId xmlns:p14="http://schemas.microsoft.com/office/powerpoint/2010/main" val="1558256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F7B58068-F4C9-8286-701C-526FC7430F10}"/>
              </a:ext>
            </a:extLst>
          </p:cNvPr>
          <p:cNvSpPr>
            <a:spLocks noGrp="1"/>
          </p:cNvSpPr>
          <p:nvPr>
            <p:ph idx="1"/>
          </p:nvPr>
        </p:nvSpPr>
        <p:spPr>
          <a:xfrm>
            <a:off x="527746" y="1212975"/>
            <a:ext cx="5735402" cy="5033916"/>
          </a:xfrm>
        </p:spPr>
        <p:txBody>
          <a:bodyPr/>
          <a:lstStyle/>
          <a:p>
            <a:r>
              <a:rPr lang="en-US" cap="none" dirty="0"/>
              <a:t>Questions the Graphs help answer:</a:t>
            </a:r>
          </a:p>
          <a:p>
            <a:pPr marL="342900" indent="-342900">
              <a:buFont typeface="Arial" panose="020B0604020202020204" pitchFamily="34" charset="0"/>
              <a:buChar char="•"/>
            </a:pPr>
            <a:r>
              <a:rPr lang="en-US" cap="none" dirty="0">
                <a:solidFill>
                  <a:schemeClr val="tx1"/>
                </a:solidFill>
              </a:rPr>
              <a:t>Is the market growing because of more volume or higher value per case?</a:t>
            </a:r>
          </a:p>
          <a:p>
            <a:pPr marL="342900" indent="-342900">
              <a:buFont typeface="Arial" panose="020B0604020202020204" pitchFamily="34" charset="0"/>
              <a:buChar char="•"/>
            </a:pPr>
            <a:r>
              <a:rPr lang="en-US" cap="none" dirty="0">
                <a:solidFill>
                  <a:schemeClr val="tx1"/>
                </a:solidFill>
              </a:rPr>
              <a:t>How do each category if liquor compare?</a:t>
            </a:r>
          </a:p>
          <a:p>
            <a:pPr marL="342900" indent="-342900">
              <a:buFont typeface="Arial" panose="020B0604020202020204" pitchFamily="34" charset="0"/>
              <a:buChar char="•"/>
            </a:pPr>
            <a:r>
              <a:rPr lang="en-US" cap="none" dirty="0">
                <a:solidFill>
                  <a:schemeClr val="tx1"/>
                </a:solidFill>
              </a:rPr>
              <a:t>Which countries are fastest-growing or have the most value per case?</a:t>
            </a:r>
          </a:p>
          <a:p>
            <a:endParaRPr lang="en-US" cap="none" dirty="0"/>
          </a:p>
        </p:txBody>
      </p:sp>
      <p:sp>
        <p:nvSpPr>
          <p:cNvPr id="9" name="Title 2">
            <a:extLst>
              <a:ext uri="{FF2B5EF4-FFF2-40B4-BE49-F238E27FC236}">
                <a16:creationId xmlns:a16="http://schemas.microsoft.com/office/drawing/2014/main" id="{FFBFBAD3-1355-C8D0-96CE-8B896942C838}"/>
              </a:ext>
            </a:extLst>
          </p:cNvPr>
          <p:cNvSpPr>
            <a:spLocks noGrp="1"/>
          </p:cNvSpPr>
          <p:nvPr>
            <p:ph type="title"/>
          </p:nvPr>
        </p:nvSpPr>
        <p:spPr>
          <a:xfrm>
            <a:off x="301752" y="301752"/>
            <a:ext cx="10972800" cy="612648"/>
          </a:xfrm>
        </p:spPr>
        <p:txBody>
          <a:bodyPr/>
          <a:lstStyle/>
          <a:p>
            <a:r>
              <a:rPr lang="en-US" dirty="0"/>
              <a:t>Executive Summary</a:t>
            </a:r>
          </a:p>
        </p:txBody>
      </p:sp>
      <p:sp>
        <p:nvSpPr>
          <p:cNvPr id="8" name="Content Placeholder 1">
            <a:extLst>
              <a:ext uri="{FF2B5EF4-FFF2-40B4-BE49-F238E27FC236}">
                <a16:creationId xmlns:a16="http://schemas.microsoft.com/office/drawing/2014/main" id="{F6AC9A26-86F2-9210-FCE3-DC9616FD9C7B}"/>
              </a:ext>
            </a:extLst>
          </p:cNvPr>
          <p:cNvSpPr txBox="1">
            <a:spLocks/>
          </p:cNvSpPr>
          <p:nvPr/>
        </p:nvSpPr>
        <p:spPr>
          <a:xfrm>
            <a:off x="6096000" y="1212975"/>
            <a:ext cx="5735402" cy="518782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800"/>
              </a:spcBef>
              <a:buFont typeface="Arial" panose="020B0604020202020204" pitchFamily="34" charset="0"/>
              <a:buNone/>
              <a:defRPr lang="en-US" sz="2000" b="0" i="0" kern="1200" cap="all" spc="100" baseline="0" dirty="0">
                <a:solidFill>
                  <a:schemeClr val="accent1"/>
                </a:solidFill>
                <a:latin typeface="+mj-lt"/>
                <a:ea typeface="+mn-ea"/>
                <a:cs typeface="Georgia" panose="02040502050405020303" pitchFamily="18" charset="0"/>
              </a:defRPr>
            </a:lvl1pPr>
            <a:lvl2pPr marL="3175" indent="0" algn="l" defTabSz="914400" rtl="0" eaLnBrk="1" latinLnBrk="0" hangingPunct="1">
              <a:lnSpc>
                <a:spcPct val="100000"/>
              </a:lnSpc>
              <a:spcBef>
                <a:spcPts val="1200"/>
              </a:spcBef>
              <a:buFontTx/>
              <a:buNone/>
              <a:tabLst/>
              <a:defRPr sz="16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2pPr>
            <a:lvl3pPr marL="219075" indent="-219075" algn="l" defTabSz="914400" rtl="0" eaLnBrk="1" latinLnBrk="0" hangingPunct="1">
              <a:lnSpc>
                <a:spcPct val="100000"/>
              </a:lnSpc>
              <a:spcBef>
                <a:spcPts val="600"/>
              </a:spcBef>
              <a:buSzPct val="85000"/>
              <a:buFont typeface="Wingdings" panose="05000000000000000000" pitchFamily="2" charset="2"/>
              <a:buChar char="§"/>
              <a:tabLst/>
              <a:defRPr sz="16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3pPr>
            <a:lvl4pPr marL="473075" indent="-203200" algn="l" defTabSz="914400" rtl="0" eaLnBrk="1" latinLnBrk="0" hangingPunct="1">
              <a:lnSpc>
                <a:spcPct val="100000"/>
              </a:lnSpc>
              <a:spcBef>
                <a:spcPts val="600"/>
              </a:spcBef>
              <a:buSzPct val="85000"/>
              <a:buFont typeface="Wingdings" panose="05000000000000000000" pitchFamily="2" charset="2"/>
              <a:buChar char="§"/>
              <a:tabLst/>
              <a:defRPr sz="14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4pPr>
            <a:lvl5pPr marL="812800" indent="-203200" algn="l" defTabSz="914400" rtl="0" eaLnBrk="1" latinLnBrk="0" hangingPunct="1">
              <a:lnSpc>
                <a:spcPct val="100000"/>
              </a:lnSpc>
              <a:spcBef>
                <a:spcPts val="600"/>
              </a:spcBef>
              <a:buSzPct val="80000"/>
              <a:buFont typeface="Wingdings" panose="05000000000000000000" pitchFamily="2" charset="2"/>
              <a:buChar char="§"/>
              <a:tabLst/>
              <a:defRPr sz="1400" b="0" i="0" kern="1200">
                <a:solidFill>
                  <a:schemeClr val="tx1"/>
                </a:solidFill>
                <a:latin typeface="Verdana" panose="020B0604030504040204" pitchFamily="34" charset="0"/>
                <a:ea typeface="Verdan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cap="none" dirty="0"/>
              <a:t>Main Idea:</a:t>
            </a:r>
          </a:p>
          <a:p>
            <a:pPr marL="342900" indent="-342900">
              <a:buFont typeface="Arial" panose="020B0604020202020204" pitchFamily="34" charset="0"/>
              <a:buChar char="•"/>
            </a:pPr>
            <a:r>
              <a:rPr lang="en-US" cap="none" dirty="0">
                <a:solidFill>
                  <a:schemeClr val="tx1"/>
                </a:solidFill>
              </a:rPr>
              <a:t>US market shifting from volume-based growth to value-based growth.</a:t>
            </a:r>
          </a:p>
          <a:p>
            <a:pPr marL="342900" indent="-342900">
              <a:buFont typeface="Arial" panose="020B0604020202020204" pitchFamily="34" charset="0"/>
              <a:buChar char="•"/>
            </a:pPr>
            <a:r>
              <a:rPr lang="en-US" cap="none" dirty="0">
                <a:solidFill>
                  <a:schemeClr val="tx1"/>
                </a:solidFill>
              </a:rPr>
              <a:t>Premiumization and higher-value categories are becoming more important than cases sold</a:t>
            </a:r>
          </a:p>
          <a:p>
            <a:r>
              <a:rPr lang="en-US" cap="none" dirty="0"/>
              <a:t>Key Points on graphs:</a:t>
            </a:r>
          </a:p>
          <a:p>
            <a:r>
              <a:rPr lang="en-US" cap="none" dirty="0">
                <a:solidFill>
                  <a:schemeClr val="tx1"/>
                </a:solidFill>
              </a:rPr>
              <a:t>Min, Max, 2019(pre-pandemic), 2026 and 2030 forecast</a:t>
            </a:r>
          </a:p>
          <a:p>
            <a:endParaRPr lang="en-US" cap="none" dirty="0"/>
          </a:p>
          <a:p>
            <a:endParaRPr lang="en-US" cap="none" dirty="0"/>
          </a:p>
        </p:txBody>
      </p:sp>
    </p:spTree>
    <p:extLst>
      <p:ext uri="{BB962C8B-B14F-4D97-AF65-F5344CB8AC3E}">
        <p14:creationId xmlns:p14="http://schemas.microsoft.com/office/powerpoint/2010/main" val="552312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72A11-4415-698A-E5CA-473757731A1C}"/>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7E369A95-FB92-43FF-7026-91618CAF9A6A}"/>
              </a:ext>
            </a:extLst>
          </p:cNvPr>
          <p:cNvSpPr>
            <a:spLocks noGrp="1"/>
          </p:cNvSpPr>
          <p:nvPr>
            <p:ph idx="1"/>
          </p:nvPr>
        </p:nvSpPr>
        <p:spPr>
          <a:xfrm>
            <a:off x="9301315" y="1242472"/>
            <a:ext cx="2556387" cy="5033916"/>
          </a:xfrm>
        </p:spPr>
        <p:txBody>
          <a:bodyPr/>
          <a:lstStyle/>
          <a:p>
            <a:r>
              <a:rPr lang="en-US" cap="none" dirty="0"/>
              <a:t>Shows scale and direction of U.S. spirits market as a whole</a:t>
            </a:r>
          </a:p>
          <a:p>
            <a:r>
              <a:rPr lang="en-US" cap="none" dirty="0"/>
              <a:t>Insights: although the total value is currently falling, it should level out soon and has shown an overall upward trend</a:t>
            </a:r>
          </a:p>
          <a:p>
            <a:endParaRPr lang="en-US" cap="none" dirty="0"/>
          </a:p>
          <a:p>
            <a:endParaRPr lang="en-US" cap="none" dirty="0"/>
          </a:p>
        </p:txBody>
      </p:sp>
      <p:sp>
        <p:nvSpPr>
          <p:cNvPr id="9" name="Title 2">
            <a:extLst>
              <a:ext uri="{FF2B5EF4-FFF2-40B4-BE49-F238E27FC236}">
                <a16:creationId xmlns:a16="http://schemas.microsoft.com/office/drawing/2014/main" id="{AB92C30F-93AE-30A8-F27B-A2F376865690}"/>
              </a:ext>
            </a:extLst>
          </p:cNvPr>
          <p:cNvSpPr>
            <a:spLocks noGrp="1"/>
          </p:cNvSpPr>
          <p:nvPr>
            <p:ph type="title"/>
          </p:nvPr>
        </p:nvSpPr>
        <p:spPr>
          <a:xfrm>
            <a:off x="301752" y="301752"/>
            <a:ext cx="10972800" cy="612648"/>
          </a:xfrm>
        </p:spPr>
        <p:txBody>
          <a:bodyPr/>
          <a:lstStyle/>
          <a:p>
            <a:r>
              <a:rPr lang="en-US" sz="2600" dirty="0"/>
              <a:t>Us Market baseline: Total Spirits value trend</a:t>
            </a:r>
          </a:p>
        </p:txBody>
      </p:sp>
      <p:pic>
        <p:nvPicPr>
          <p:cNvPr id="4" name="Picture 3">
            <a:extLst>
              <a:ext uri="{FF2B5EF4-FFF2-40B4-BE49-F238E27FC236}">
                <a16:creationId xmlns:a16="http://schemas.microsoft.com/office/drawing/2014/main" id="{779965AB-E9A7-E385-3626-C2B5FB19A448}"/>
              </a:ext>
            </a:extLst>
          </p:cNvPr>
          <p:cNvPicPr>
            <a:picLocks noChangeAspect="1"/>
          </p:cNvPicPr>
          <p:nvPr/>
        </p:nvPicPr>
        <p:blipFill>
          <a:blip r:embed="rId2">
            <a:alphaModFix/>
            <a:extLst>
              <a:ext uri="{BEBA8EAE-BF5A-486C-A8C5-ECC9F3942E4B}">
                <a14:imgProps xmlns:a14="http://schemas.microsoft.com/office/drawing/2010/main">
                  <a14:imgLayer r:embed="rId3">
                    <a14:imgEffect>
                      <a14:artisticBlur/>
                    </a14:imgEffect>
                  </a14:imgLayer>
                </a14:imgProps>
              </a:ext>
            </a:extLst>
          </a:blip>
          <a:stretch>
            <a:fillRect/>
          </a:stretch>
        </p:blipFill>
        <p:spPr>
          <a:xfrm>
            <a:off x="137528" y="1028504"/>
            <a:ext cx="8992785" cy="5527744"/>
          </a:xfrm>
          <a:prstGeom prst="rect">
            <a:avLst/>
          </a:prstGeom>
        </p:spPr>
      </p:pic>
    </p:spTree>
    <p:extLst>
      <p:ext uri="{BB962C8B-B14F-4D97-AF65-F5344CB8AC3E}">
        <p14:creationId xmlns:p14="http://schemas.microsoft.com/office/powerpoint/2010/main" val="1514829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2B109-6E6D-3302-FD8E-EF3F49665121}"/>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FDA717F5-9EE0-CC86-D382-4CE6F298E913}"/>
              </a:ext>
            </a:extLst>
          </p:cNvPr>
          <p:cNvSpPr>
            <a:spLocks noGrp="1"/>
          </p:cNvSpPr>
          <p:nvPr>
            <p:ph idx="1"/>
          </p:nvPr>
        </p:nvSpPr>
        <p:spPr>
          <a:xfrm>
            <a:off x="9301315" y="1242472"/>
            <a:ext cx="2556387" cy="5033916"/>
          </a:xfrm>
        </p:spPr>
        <p:txBody>
          <a:bodyPr/>
          <a:lstStyle/>
          <a:p>
            <a:r>
              <a:rPr lang="en-US" cap="none" dirty="0"/>
              <a:t>Highlights volatility. </a:t>
            </a:r>
          </a:p>
          <a:p>
            <a:endParaRPr lang="en-US" cap="none" dirty="0"/>
          </a:p>
          <a:p>
            <a:r>
              <a:rPr lang="en-US" cap="none" dirty="0"/>
              <a:t>Questions:</a:t>
            </a:r>
          </a:p>
          <a:p>
            <a:pPr marL="342900" indent="-342900">
              <a:buFont typeface="Arial" panose="020B0604020202020204" pitchFamily="34" charset="0"/>
              <a:buChar char="•"/>
            </a:pPr>
            <a:r>
              <a:rPr lang="en-US" cap="none" dirty="0"/>
              <a:t>Is growth sustainable?</a:t>
            </a:r>
          </a:p>
          <a:p>
            <a:r>
              <a:rPr lang="en-US" cap="none" dirty="0"/>
              <a:t>Insights: </a:t>
            </a:r>
          </a:p>
          <a:p>
            <a:r>
              <a:rPr lang="en-US" cap="none" dirty="0"/>
              <a:t>Since 2023, we haven’t seen much growth</a:t>
            </a:r>
          </a:p>
          <a:p>
            <a:endParaRPr lang="en-US" cap="none" dirty="0"/>
          </a:p>
          <a:p>
            <a:endParaRPr lang="en-US" cap="none" dirty="0"/>
          </a:p>
          <a:p>
            <a:endParaRPr lang="en-US" cap="none" dirty="0"/>
          </a:p>
        </p:txBody>
      </p:sp>
      <p:sp>
        <p:nvSpPr>
          <p:cNvPr id="9" name="Title 2">
            <a:extLst>
              <a:ext uri="{FF2B5EF4-FFF2-40B4-BE49-F238E27FC236}">
                <a16:creationId xmlns:a16="http://schemas.microsoft.com/office/drawing/2014/main" id="{4E3DF137-8936-B9BF-9161-B6169F014A9E}"/>
              </a:ext>
            </a:extLst>
          </p:cNvPr>
          <p:cNvSpPr>
            <a:spLocks noGrp="1"/>
          </p:cNvSpPr>
          <p:nvPr>
            <p:ph type="title"/>
          </p:nvPr>
        </p:nvSpPr>
        <p:spPr>
          <a:xfrm>
            <a:off x="301752" y="301752"/>
            <a:ext cx="11457432" cy="612648"/>
          </a:xfrm>
        </p:spPr>
        <p:txBody>
          <a:bodyPr/>
          <a:lstStyle/>
          <a:p>
            <a:r>
              <a:rPr lang="en-US" sz="2400" dirty="0"/>
              <a:t>Us market baseline: Total Spirits value </a:t>
            </a:r>
            <a:r>
              <a:rPr lang="en-US" sz="2400" dirty="0" err="1"/>
              <a:t>Yoy</a:t>
            </a:r>
            <a:r>
              <a:rPr lang="en-US" sz="2400" dirty="0"/>
              <a:t> growth</a:t>
            </a:r>
          </a:p>
        </p:txBody>
      </p:sp>
      <p:pic>
        <p:nvPicPr>
          <p:cNvPr id="3" name="Picture 2">
            <a:extLst>
              <a:ext uri="{FF2B5EF4-FFF2-40B4-BE49-F238E27FC236}">
                <a16:creationId xmlns:a16="http://schemas.microsoft.com/office/drawing/2014/main" id="{E5636D87-9DFC-FF9E-CC0E-F86B539B0667}"/>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178739" y="1116137"/>
            <a:ext cx="8860054" cy="5160251"/>
          </a:xfrm>
          <a:prstGeom prst="rect">
            <a:avLst/>
          </a:prstGeom>
        </p:spPr>
      </p:pic>
    </p:spTree>
    <p:extLst>
      <p:ext uri="{BB962C8B-B14F-4D97-AF65-F5344CB8AC3E}">
        <p14:creationId xmlns:p14="http://schemas.microsoft.com/office/powerpoint/2010/main" val="3129265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02DE-647C-4F6D-2AA1-F42240CA9591}"/>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5CA0B4F1-B521-3101-D563-674A7A4A697F}"/>
              </a:ext>
            </a:extLst>
          </p:cNvPr>
          <p:cNvSpPr>
            <a:spLocks noGrp="1"/>
          </p:cNvSpPr>
          <p:nvPr>
            <p:ph idx="1"/>
          </p:nvPr>
        </p:nvSpPr>
        <p:spPr>
          <a:xfrm>
            <a:off x="9301315" y="1242472"/>
            <a:ext cx="2556387" cy="5033916"/>
          </a:xfrm>
        </p:spPr>
        <p:txBody>
          <a:bodyPr/>
          <a:lstStyle/>
          <a:p>
            <a:r>
              <a:rPr lang="en-US" cap="none" dirty="0"/>
              <a:t>CAGR smooths annual swings. </a:t>
            </a:r>
          </a:p>
          <a:p>
            <a:endParaRPr lang="en-US" cap="none" dirty="0"/>
          </a:p>
          <a:p>
            <a:r>
              <a:rPr lang="en-US" cap="none" dirty="0"/>
              <a:t>Questions:</a:t>
            </a:r>
          </a:p>
          <a:p>
            <a:pPr marL="342900" indent="-342900">
              <a:buFont typeface="Arial" panose="020B0604020202020204" pitchFamily="34" charset="0"/>
              <a:buChar char="•"/>
            </a:pPr>
            <a:r>
              <a:rPr lang="en-US" cap="none" dirty="0"/>
              <a:t>Is growth sustainable?</a:t>
            </a:r>
          </a:p>
          <a:p>
            <a:r>
              <a:rPr lang="en-US" cap="none" dirty="0"/>
              <a:t>Note: max value .1 due to rounding. Looks to be around 7.4%. Min around -1.6%</a:t>
            </a:r>
          </a:p>
          <a:p>
            <a:endParaRPr lang="en-US" cap="none" dirty="0"/>
          </a:p>
          <a:p>
            <a:endParaRPr lang="en-US" cap="none" dirty="0"/>
          </a:p>
        </p:txBody>
      </p:sp>
      <p:sp>
        <p:nvSpPr>
          <p:cNvPr id="9" name="Title 2">
            <a:extLst>
              <a:ext uri="{FF2B5EF4-FFF2-40B4-BE49-F238E27FC236}">
                <a16:creationId xmlns:a16="http://schemas.microsoft.com/office/drawing/2014/main" id="{0A8AAFB9-7DD4-538F-C95D-625A99F257D6}"/>
              </a:ext>
            </a:extLst>
          </p:cNvPr>
          <p:cNvSpPr>
            <a:spLocks noGrp="1"/>
          </p:cNvSpPr>
          <p:nvPr>
            <p:ph type="title"/>
          </p:nvPr>
        </p:nvSpPr>
        <p:spPr>
          <a:xfrm>
            <a:off x="301752" y="301752"/>
            <a:ext cx="11457432" cy="612648"/>
          </a:xfrm>
        </p:spPr>
        <p:txBody>
          <a:bodyPr/>
          <a:lstStyle/>
          <a:p>
            <a:r>
              <a:rPr lang="en-US" sz="2600" dirty="0"/>
              <a:t>Us market baseline: Total Spirits 5-year </a:t>
            </a:r>
            <a:r>
              <a:rPr lang="en-US" sz="2600" dirty="0" err="1"/>
              <a:t>cagr</a:t>
            </a:r>
            <a:endParaRPr lang="en-US" sz="2600" dirty="0"/>
          </a:p>
        </p:txBody>
      </p:sp>
      <p:pic>
        <p:nvPicPr>
          <p:cNvPr id="6" name="Picture 5">
            <a:extLst>
              <a:ext uri="{FF2B5EF4-FFF2-40B4-BE49-F238E27FC236}">
                <a16:creationId xmlns:a16="http://schemas.microsoft.com/office/drawing/2014/main" id="{AF57E993-9C87-18A1-2354-0E5DC537304C}"/>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870"/>
          <a:stretch>
            <a:fillRect/>
          </a:stretch>
        </p:blipFill>
        <p:spPr>
          <a:xfrm>
            <a:off x="301752" y="1242472"/>
            <a:ext cx="8219176" cy="5006774"/>
          </a:xfrm>
          <a:prstGeom prst="rect">
            <a:avLst/>
          </a:prstGeom>
        </p:spPr>
      </p:pic>
      <p:pic>
        <p:nvPicPr>
          <p:cNvPr id="3" name="Picture 2">
            <a:extLst>
              <a:ext uri="{FF2B5EF4-FFF2-40B4-BE49-F238E27FC236}">
                <a16:creationId xmlns:a16="http://schemas.microsoft.com/office/drawing/2014/main" id="{CA5F3088-1380-7A18-CDA4-4C4D88FC06EE}"/>
              </a:ext>
            </a:extLst>
          </p:cNvPr>
          <p:cNvPicPr>
            <a:picLocks noChangeAspect="1"/>
          </p:cNvPicPr>
          <p:nvPr/>
        </p:nvPicPr>
        <p:blipFill>
          <a:blip r:embed="rId4"/>
          <a:stretch>
            <a:fillRect/>
          </a:stretch>
        </p:blipFill>
        <p:spPr>
          <a:xfrm>
            <a:off x="10256259" y="4375353"/>
            <a:ext cx="323249" cy="288325"/>
          </a:xfrm>
          <a:prstGeom prst="rect">
            <a:avLst/>
          </a:prstGeom>
        </p:spPr>
      </p:pic>
      <p:pic>
        <p:nvPicPr>
          <p:cNvPr id="5" name="Picture 4">
            <a:extLst>
              <a:ext uri="{FF2B5EF4-FFF2-40B4-BE49-F238E27FC236}">
                <a16:creationId xmlns:a16="http://schemas.microsoft.com/office/drawing/2014/main" id="{5D2830A2-D5BD-0C84-608D-73EB92457F3B}"/>
              </a:ext>
            </a:extLst>
          </p:cNvPr>
          <p:cNvPicPr>
            <a:picLocks noChangeAspect="1"/>
          </p:cNvPicPr>
          <p:nvPr/>
        </p:nvPicPr>
        <p:blipFill>
          <a:blip r:embed="rId4"/>
          <a:stretch>
            <a:fillRect/>
          </a:stretch>
        </p:blipFill>
        <p:spPr>
          <a:xfrm>
            <a:off x="9400851" y="5262639"/>
            <a:ext cx="855408" cy="352889"/>
          </a:xfrm>
          <a:prstGeom prst="rect">
            <a:avLst/>
          </a:prstGeom>
        </p:spPr>
      </p:pic>
      <p:pic>
        <p:nvPicPr>
          <p:cNvPr id="10" name="Picture 9">
            <a:extLst>
              <a:ext uri="{FF2B5EF4-FFF2-40B4-BE49-F238E27FC236}">
                <a16:creationId xmlns:a16="http://schemas.microsoft.com/office/drawing/2014/main" id="{5BCEA81D-F656-6A5F-C59F-332AD9A79654}"/>
              </a:ext>
            </a:extLst>
          </p:cNvPr>
          <p:cNvPicPr>
            <a:picLocks noChangeAspect="1"/>
          </p:cNvPicPr>
          <p:nvPr/>
        </p:nvPicPr>
        <p:blipFill>
          <a:blip r:embed="rId4"/>
          <a:stretch>
            <a:fillRect/>
          </a:stretch>
        </p:blipFill>
        <p:spPr>
          <a:xfrm>
            <a:off x="10417883" y="5615528"/>
            <a:ext cx="1018996" cy="523025"/>
          </a:xfrm>
          <a:prstGeom prst="rect">
            <a:avLst/>
          </a:prstGeom>
        </p:spPr>
      </p:pic>
    </p:spTree>
    <p:extLst>
      <p:ext uri="{BB962C8B-B14F-4D97-AF65-F5344CB8AC3E}">
        <p14:creationId xmlns:p14="http://schemas.microsoft.com/office/powerpoint/2010/main" val="125747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2DDDB-B70A-35A7-8D6A-99C60B386E24}"/>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F586B2BB-8D67-7285-9948-8E0D156EFDFC}"/>
              </a:ext>
            </a:extLst>
          </p:cNvPr>
          <p:cNvSpPr>
            <a:spLocks noGrp="1"/>
          </p:cNvSpPr>
          <p:nvPr>
            <p:ph idx="1"/>
          </p:nvPr>
        </p:nvSpPr>
        <p:spPr>
          <a:xfrm>
            <a:off x="9301315" y="1242472"/>
            <a:ext cx="2556387" cy="5033916"/>
          </a:xfrm>
        </p:spPr>
        <p:txBody>
          <a:bodyPr/>
          <a:lstStyle/>
          <a:p>
            <a:r>
              <a:rPr lang="en-US" cap="none" dirty="0"/>
              <a:t>Compares trajectory of each category. </a:t>
            </a:r>
          </a:p>
          <a:p>
            <a:endParaRPr lang="en-US" cap="none" dirty="0"/>
          </a:p>
          <a:p>
            <a:r>
              <a:rPr lang="en-US" cap="none" dirty="0"/>
              <a:t>Agave is main outlier in downward trend. Whisky also seems healthy.</a:t>
            </a:r>
          </a:p>
          <a:p>
            <a:endParaRPr lang="en-US" cap="none" dirty="0"/>
          </a:p>
        </p:txBody>
      </p:sp>
      <p:sp>
        <p:nvSpPr>
          <p:cNvPr id="9" name="Title 2">
            <a:extLst>
              <a:ext uri="{FF2B5EF4-FFF2-40B4-BE49-F238E27FC236}">
                <a16:creationId xmlns:a16="http://schemas.microsoft.com/office/drawing/2014/main" id="{30FC5C5E-C952-115C-7609-8D4B375EFD7E}"/>
              </a:ext>
            </a:extLst>
          </p:cNvPr>
          <p:cNvSpPr>
            <a:spLocks noGrp="1"/>
          </p:cNvSpPr>
          <p:nvPr>
            <p:ph type="title"/>
          </p:nvPr>
        </p:nvSpPr>
        <p:spPr>
          <a:xfrm>
            <a:off x="301752" y="301752"/>
            <a:ext cx="11457432" cy="612648"/>
          </a:xfrm>
        </p:spPr>
        <p:txBody>
          <a:bodyPr/>
          <a:lstStyle/>
          <a:p>
            <a:r>
              <a:rPr lang="en-US" dirty="0"/>
              <a:t>US Categories: Value Trends</a:t>
            </a:r>
          </a:p>
        </p:txBody>
      </p:sp>
      <p:pic>
        <p:nvPicPr>
          <p:cNvPr id="3" name="Picture 2">
            <a:extLst>
              <a:ext uri="{FF2B5EF4-FFF2-40B4-BE49-F238E27FC236}">
                <a16:creationId xmlns:a16="http://schemas.microsoft.com/office/drawing/2014/main" id="{868B635A-8748-FC55-D0C3-FFBCC50FF9AA}"/>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301752" y="1019655"/>
            <a:ext cx="8735579" cy="5479549"/>
          </a:xfrm>
          <a:prstGeom prst="rect">
            <a:avLst/>
          </a:prstGeom>
        </p:spPr>
      </p:pic>
      <p:pic>
        <p:nvPicPr>
          <p:cNvPr id="4" name="Picture 3">
            <a:extLst>
              <a:ext uri="{FF2B5EF4-FFF2-40B4-BE49-F238E27FC236}">
                <a16:creationId xmlns:a16="http://schemas.microsoft.com/office/drawing/2014/main" id="{28602FB5-A78E-BD42-9B9E-D4CDBC6828A6}"/>
              </a:ext>
            </a:extLst>
          </p:cNvPr>
          <p:cNvPicPr>
            <a:picLocks noChangeAspect="1"/>
          </p:cNvPicPr>
          <p:nvPr/>
        </p:nvPicPr>
        <p:blipFill>
          <a:blip r:embed="rId4"/>
          <a:stretch>
            <a:fillRect/>
          </a:stretch>
        </p:blipFill>
        <p:spPr>
          <a:xfrm>
            <a:off x="866779" y="1335261"/>
            <a:ext cx="608630" cy="103843"/>
          </a:xfrm>
          <a:prstGeom prst="rect">
            <a:avLst/>
          </a:prstGeom>
        </p:spPr>
      </p:pic>
    </p:spTree>
    <p:extLst>
      <p:ext uri="{BB962C8B-B14F-4D97-AF65-F5344CB8AC3E}">
        <p14:creationId xmlns:p14="http://schemas.microsoft.com/office/powerpoint/2010/main" val="2183031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88D7-B906-9712-38CD-0785ED437AAA}"/>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2FE951-D738-3BC6-2D40-B2E25A4071F8}"/>
              </a:ext>
            </a:extLst>
          </p:cNvPr>
          <p:cNvSpPr>
            <a:spLocks noGrp="1"/>
          </p:cNvSpPr>
          <p:nvPr>
            <p:ph idx="1"/>
          </p:nvPr>
        </p:nvSpPr>
        <p:spPr>
          <a:xfrm>
            <a:off x="9301315" y="1242472"/>
            <a:ext cx="2556387" cy="5033916"/>
          </a:xfrm>
        </p:spPr>
        <p:txBody>
          <a:bodyPr/>
          <a:lstStyle/>
          <a:p>
            <a:r>
              <a:rPr lang="en-US" cap="none" dirty="0"/>
              <a:t>Starts every category at one point to show how each category grew/declined since 2019. </a:t>
            </a:r>
          </a:p>
          <a:p>
            <a:r>
              <a:rPr lang="en-US" cap="none" dirty="0"/>
              <a:t>100-120 = 20% growth</a:t>
            </a:r>
          </a:p>
          <a:p>
            <a:r>
              <a:rPr lang="en-US" cap="none" dirty="0"/>
              <a:t>Agave has had explosive growth while whisky and liqueurs are steady</a:t>
            </a:r>
          </a:p>
        </p:txBody>
      </p:sp>
      <p:sp>
        <p:nvSpPr>
          <p:cNvPr id="9" name="Title 2">
            <a:extLst>
              <a:ext uri="{FF2B5EF4-FFF2-40B4-BE49-F238E27FC236}">
                <a16:creationId xmlns:a16="http://schemas.microsoft.com/office/drawing/2014/main" id="{42E499C1-58B9-F90D-28F9-64C08845510E}"/>
              </a:ext>
            </a:extLst>
          </p:cNvPr>
          <p:cNvSpPr>
            <a:spLocks noGrp="1"/>
          </p:cNvSpPr>
          <p:nvPr>
            <p:ph type="title"/>
          </p:nvPr>
        </p:nvSpPr>
        <p:spPr>
          <a:xfrm>
            <a:off x="301752" y="301752"/>
            <a:ext cx="11457432" cy="612648"/>
          </a:xfrm>
        </p:spPr>
        <p:txBody>
          <a:bodyPr/>
          <a:lstStyle/>
          <a:p>
            <a:r>
              <a:rPr lang="en-US" sz="2800" dirty="0"/>
              <a:t>Us Categories: Indexed Category Growth</a:t>
            </a:r>
          </a:p>
        </p:txBody>
      </p:sp>
      <p:pic>
        <p:nvPicPr>
          <p:cNvPr id="6" name="Picture 5">
            <a:extLst>
              <a:ext uri="{FF2B5EF4-FFF2-40B4-BE49-F238E27FC236}">
                <a16:creationId xmlns:a16="http://schemas.microsoft.com/office/drawing/2014/main" id="{EBE4738F-8A5D-4DF7-09BB-E5182DE29261}"/>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228226" y="1242472"/>
            <a:ext cx="9073090" cy="5411179"/>
          </a:xfrm>
          <a:prstGeom prst="rect">
            <a:avLst/>
          </a:prstGeom>
        </p:spPr>
      </p:pic>
      <p:pic>
        <p:nvPicPr>
          <p:cNvPr id="10" name="Picture 9">
            <a:extLst>
              <a:ext uri="{FF2B5EF4-FFF2-40B4-BE49-F238E27FC236}">
                <a16:creationId xmlns:a16="http://schemas.microsoft.com/office/drawing/2014/main" id="{35B8749D-8D16-9369-BAF2-2C161F657E7B}"/>
              </a:ext>
            </a:extLst>
          </p:cNvPr>
          <p:cNvPicPr>
            <a:picLocks noChangeAspect="1"/>
          </p:cNvPicPr>
          <p:nvPr/>
        </p:nvPicPr>
        <p:blipFill>
          <a:blip r:embed="rId4"/>
          <a:srcRect l="37002" t="2782"/>
          <a:stretch>
            <a:fillRect/>
          </a:stretch>
        </p:blipFill>
        <p:spPr>
          <a:xfrm>
            <a:off x="1018669" y="1562897"/>
            <a:ext cx="392345" cy="103302"/>
          </a:xfrm>
          <a:prstGeom prst="rect">
            <a:avLst/>
          </a:prstGeom>
        </p:spPr>
      </p:pic>
      <p:pic>
        <p:nvPicPr>
          <p:cNvPr id="3" name="Picture 2">
            <a:extLst>
              <a:ext uri="{FF2B5EF4-FFF2-40B4-BE49-F238E27FC236}">
                <a16:creationId xmlns:a16="http://schemas.microsoft.com/office/drawing/2014/main" id="{8289AA2F-F2E2-20AB-1042-82C41A0E929B}"/>
              </a:ext>
            </a:extLst>
          </p:cNvPr>
          <p:cNvPicPr>
            <a:picLocks noChangeAspect="1"/>
          </p:cNvPicPr>
          <p:nvPr/>
        </p:nvPicPr>
        <p:blipFill>
          <a:blip r:embed="rId5"/>
          <a:stretch>
            <a:fillRect/>
          </a:stretch>
        </p:blipFill>
        <p:spPr>
          <a:xfrm>
            <a:off x="10207770" y="3124972"/>
            <a:ext cx="1551414" cy="425017"/>
          </a:xfrm>
          <a:prstGeom prst="rect">
            <a:avLst/>
          </a:prstGeom>
        </p:spPr>
      </p:pic>
      <p:pic>
        <p:nvPicPr>
          <p:cNvPr id="5" name="Picture 4">
            <a:extLst>
              <a:ext uri="{FF2B5EF4-FFF2-40B4-BE49-F238E27FC236}">
                <a16:creationId xmlns:a16="http://schemas.microsoft.com/office/drawing/2014/main" id="{5757FE71-BBB7-2ED6-9085-E6F71F0F96AE}"/>
              </a:ext>
            </a:extLst>
          </p:cNvPr>
          <p:cNvPicPr>
            <a:picLocks noChangeAspect="1"/>
          </p:cNvPicPr>
          <p:nvPr/>
        </p:nvPicPr>
        <p:blipFill>
          <a:blip r:embed="rId5"/>
          <a:stretch>
            <a:fillRect/>
          </a:stretch>
        </p:blipFill>
        <p:spPr>
          <a:xfrm>
            <a:off x="9301314" y="3651498"/>
            <a:ext cx="2457870" cy="593125"/>
          </a:xfrm>
          <a:prstGeom prst="rect">
            <a:avLst/>
          </a:prstGeom>
        </p:spPr>
      </p:pic>
    </p:spTree>
    <p:extLst>
      <p:ext uri="{BB962C8B-B14F-4D97-AF65-F5344CB8AC3E}">
        <p14:creationId xmlns:p14="http://schemas.microsoft.com/office/powerpoint/2010/main" val="902384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F8DD4-8F1D-E0EE-2E38-DE6410006E7F}"/>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392B3C28-28D7-DAFE-749F-D158D384522E}"/>
              </a:ext>
            </a:extLst>
          </p:cNvPr>
          <p:cNvSpPr>
            <a:spLocks noGrp="1"/>
          </p:cNvSpPr>
          <p:nvPr>
            <p:ph idx="1"/>
          </p:nvPr>
        </p:nvSpPr>
        <p:spPr>
          <a:xfrm>
            <a:off x="9301315" y="1242472"/>
            <a:ext cx="2556387" cy="5033916"/>
          </a:xfrm>
        </p:spPr>
        <p:txBody>
          <a:bodyPr/>
          <a:lstStyle/>
          <a:p>
            <a:r>
              <a:rPr lang="en-US" cap="none" dirty="0"/>
              <a:t>Shows if growth is coming from cases or value per case. </a:t>
            </a:r>
          </a:p>
          <a:p>
            <a:r>
              <a:rPr lang="en-US" cap="none" dirty="0"/>
              <a:t>Based on the index, we can see the value is growing at a higher rate than volume.</a:t>
            </a:r>
          </a:p>
          <a:p>
            <a:r>
              <a:rPr lang="en-US" cap="none" dirty="0"/>
              <a:t>By 2030, Value will grow by 26% while volume drops 1.1%</a:t>
            </a:r>
          </a:p>
        </p:txBody>
      </p:sp>
      <p:sp>
        <p:nvSpPr>
          <p:cNvPr id="9" name="Title 2">
            <a:extLst>
              <a:ext uri="{FF2B5EF4-FFF2-40B4-BE49-F238E27FC236}">
                <a16:creationId xmlns:a16="http://schemas.microsoft.com/office/drawing/2014/main" id="{41FC937F-0427-94E4-46E3-56ACF0044D1A}"/>
              </a:ext>
            </a:extLst>
          </p:cNvPr>
          <p:cNvSpPr>
            <a:spLocks noGrp="1"/>
          </p:cNvSpPr>
          <p:nvPr>
            <p:ph type="title"/>
          </p:nvPr>
        </p:nvSpPr>
        <p:spPr>
          <a:xfrm>
            <a:off x="301752" y="301752"/>
            <a:ext cx="11457432" cy="612648"/>
          </a:xfrm>
        </p:spPr>
        <p:txBody>
          <a:bodyPr/>
          <a:lstStyle/>
          <a:p>
            <a:r>
              <a:rPr lang="en-US" dirty="0"/>
              <a:t>value vs volume: US index</a:t>
            </a:r>
          </a:p>
        </p:txBody>
      </p:sp>
      <p:pic>
        <p:nvPicPr>
          <p:cNvPr id="4" name="Picture 3">
            <a:extLst>
              <a:ext uri="{FF2B5EF4-FFF2-40B4-BE49-F238E27FC236}">
                <a16:creationId xmlns:a16="http://schemas.microsoft.com/office/drawing/2014/main" id="{618F2B91-7942-7CF1-2AB3-34BED8647B05}"/>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86383" y="1242472"/>
            <a:ext cx="9214932" cy="5173921"/>
          </a:xfrm>
          <a:prstGeom prst="rect">
            <a:avLst/>
          </a:prstGeom>
        </p:spPr>
      </p:pic>
      <p:pic>
        <p:nvPicPr>
          <p:cNvPr id="3" name="Picture 2">
            <a:extLst>
              <a:ext uri="{FF2B5EF4-FFF2-40B4-BE49-F238E27FC236}">
                <a16:creationId xmlns:a16="http://schemas.microsoft.com/office/drawing/2014/main" id="{4C31B713-7BA6-C5B7-08DA-A35338D0B31F}"/>
              </a:ext>
            </a:extLst>
          </p:cNvPr>
          <p:cNvPicPr>
            <a:picLocks noChangeAspect="1"/>
          </p:cNvPicPr>
          <p:nvPr/>
        </p:nvPicPr>
        <p:blipFill>
          <a:blip r:embed="rId4"/>
          <a:stretch>
            <a:fillRect/>
          </a:stretch>
        </p:blipFill>
        <p:spPr>
          <a:xfrm>
            <a:off x="9822426" y="4758813"/>
            <a:ext cx="757082" cy="337486"/>
          </a:xfrm>
          <a:prstGeom prst="rect">
            <a:avLst/>
          </a:prstGeom>
        </p:spPr>
      </p:pic>
      <p:pic>
        <p:nvPicPr>
          <p:cNvPr id="6" name="Picture 5">
            <a:extLst>
              <a:ext uri="{FF2B5EF4-FFF2-40B4-BE49-F238E27FC236}">
                <a16:creationId xmlns:a16="http://schemas.microsoft.com/office/drawing/2014/main" id="{2A484D7C-481D-7CCC-E677-41B76C2B49DE}"/>
              </a:ext>
            </a:extLst>
          </p:cNvPr>
          <p:cNvPicPr>
            <a:picLocks noChangeAspect="1"/>
          </p:cNvPicPr>
          <p:nvPr/>
        </p:nvPicPr>
        <p:blipFill>
          <a:blip r:embed="rId4"/>
          <a:stretch>
            <a:fillRect/>
          </a:stretch>
        </p:blipFill>
        <p:spPr>
          <a:xfrm>
            <a:off x="9419303" y="5380326"/>
            <a:ext cx="615871" cy="394774"/>
          </a:xfrm>
          <a:prstGeom prst="rect">
            <a:avLst/>
          </a:prstGeom>
        </p:spPr>
      </p:pic>
      <p:pic>
        <p:nvPicPr>
          <p:cNvPr id="10" name="Picture 9">
            <a:extLst>
              <a:ext uri="{FF2B5EF4-FFF2-40B4-BE49-F238E27FC236}">
                <a16:creationId xmlns:a16="http://schemas.microsoft.com/office/drawing/2014/main" id="{A1BB7654-0BDE-B28E-FEB3-349460EE5330}"/>
              </a:ext>
            </a:extLst>
          </p:cNvPr>
          <p:cNvPicPr>
            <a:picLocks noChangeAspect="1"/>
          </p:cNvPicPr>
          <p:nvPr/>
        </p:nvPicPr>
        <p:blipFill>
          <a:blip r:embed="rId4"/>
          <a:stretch>
            <a:fillRect/>
          </a:stretch>
        </p:blipFill>
        <p:spPr>
          <a:xfrm>
            <a:off x="9298179" y="6059127"/>
            <a:ext cx="527383" cy="470404"/>
          </a:xfrm>
          <a:prstGeom prst="rect">
            <a:avLst/>
          </a:prstGeom>
        </p:spPr>
      </p:pic>
    </p:spTree>
    <p:extLst>
      <p:ext uri="{BB962C8B-B14F-4D97-AF65-F5344CB8AC3E}">
        <p14:creationId xmlns:p14="http://schemas.microsoft.com/office/powerpoint/2010/main" val="376273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56997-C1A5-2F60-BC20-9CC84B47119B}"/>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A37CDCB8-7749-CA40-E3B2-CB15556E813D}"/>
              </a:ext>
            </a:extLst>
          </p:cNvPr>
          <p:cNvSpPr>
            <a:spLocks noGrp="1"/>
          </p:cNvSpPr>
          <p:nvPr>
            <p:ph idx="1"/>
          </p:nvPr>
        </p:nvSpPr>
        <p:spPr>
          <a:xfrm>
            <a:off x="9301315" y="1242472"/>
            <a:ext cx="2556387" cy="5033916"/>
          </a:xfrm>
        </p:spPr>
        <p:txBody>
          <a:bodyPr/>
          <a:lstStyle/>
          <a:p>
            <a:r>
              <a:rPr lang="en-US" cap="none" dirty="0"/>
              <a:t>Should we focus on volume or value-lead positioning in each period?</a:t>
            </a:r>
          </a:p>
          <a:p>
            <a:r>
              <a:rPr lang="en-US" cap="none" dirty="0"/>
              <a:t>Value outperforms volume in YoY growth every time.</a:t>
            </a:r>
          </a:p>
        </p:txBody>
      </p:sp>
      <p:sp>
        <p:nvSpPr>
          <p:cNvPr id="9" name="Title 2">
            <a:extLst>
              <a:ext uri="{FF2B5EF4-FFF2-40B4-BE49-F238E27FC236}">
                <a16:creationId xmlns:a16="http://schemas.microsoft.com/office/drawing/2014/main" id="{312F8A26-EE6F-FB09-66B0-124969CDF179}"/>
              </a:ext>
            </a:extLst>
          </p:cNvPr>
          <p:cNvSpPr>
            <a:spLocks noGrp="1"/>
          </p:cNvSpPr>
          <p:nvPr>
            <p:ph type="title"/>
          </p:nvPr>
        </p:nvSpPr>
        <p:spPr>
          <a:xfrm>
            <a:off x="301752" y="301752"/>
            <a:ext cx="11457432" cy="612648"/>
          </a:xfrm>
        </p:spPr>
        <p:txBody>
          <a:bodyPr/>
          <a:lstStyle/>
          <a:p>
            <a:r>
              <a:rPr lang="en-US" dirty="0"/>
              <a:t>Value vs Volume: US </a:t>
            </a:r>
            <a:r>
              <a:rPr lang="en-US" dirty="0" err="1"/>
              <a:t>Yoy</a:t>
            </a:r>
            <a:r>
              <a:rPr lang="en-US" dirty="0"/>
              <a:t> growth</a:t>
            </a:r>
          </a:p>
        </p:txBody>
      </p:sp>
      <p:pic>
        <p:nvPicPr>
          <p:cNvPr id="3" name="Picture 2">
            <a:extLst>
              <a:ext uri="{FF2B5EF4-FFF2-40B4-BE49-F238E27FC236}">
                <a16:creationId xmlns:a16="http://schemas.microsoft.com/office/drawing/2014/main" id="{30A1F8BC-6C30-7163-406A-8BCD0054FAF6}"/>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301752" y="1242471"/>
            <a:ext cx="8913084" cy="5139078"/>
          </a:xfrm>
          <a:prstGeom prst="rect">
            <a:avLst/>
          </a:prstGeom>
        </p:spPr>
      </p:pic>
    </p:spTree>
    <p:extLst>
      <p:ext uri="{BB962C8B-B14F-4D97-AF65-F5344CB8AC3E}">
        <p14:creationId xmlns:p14="http://schemas.microsoft.com/office/powerpoint/2010/main" val="313594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20D52-D870-CCCC-C182-9D95DAC901C0}"/>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4AAAD348-1E85-871F-A94F-C1877B266F71}"/>
              </a:ext>
            </a:extLst>
          </p:cNvPr>
          <p:cNvSpPr>
            <a:spLocks noGrp="1"/>
          </p:cNvSpPr>
          <p:nvPr>
            <p:ph idx="1"/>
          </p:nvPr>
        </p:nvSpPr>
        <p:spPr>
          <a:xfrm>
            <a:off x="9301315" y="1242472"/>
            <a:ext cx="2556387" cy="5033916"/>
          </a:xfrm>
        </p:spPr>
        <p:txBody>
          <a:bodyPr/>
          <a:lstStyle/>
          <a:p>
            <a:r>
              <a:rPr lang="en-US" cap="none" dirty="0"/>
              <a:t>Benchmarks of each category against each other.</a:t>
            </a:r>
          </a:p>
          <a:p>
            <a:endParaRPr lang="en-US" cap="none" dirty="0"/>
          </a:p>
          <a:p>
            <a:r>
              <a:rPr lang="en-US" cap="none" dirty="0"/>
              <a:t>Agave seems to be the biggest grower while Vodka, Brandy, and Rum seem to be going the wrong direction</a:t>
            </a:r>
          </a:p>
          <a:p>
            <a:endParaRPr lang="en-US" cap="none" dirty="0"/>
          </a:p>
        </p:txBody>
      </p:sp>
      <p:sp>
        <p:nvSpPr>
          <p:cNvPr id="9" name="Title 2">
            <a:extLst>
              <a:ext uri="{FF2B5EF4-FFF2-40B4-BE49-F238E27FC236}">
                <a16:creationId xmlns:a16="http://schemas.microsoft.com/office/drawing/2014/main" id="{8FD6EBAC-E143-17C2-A1B7-6E1DA5898A4C}"/>
              </a:ext>
            </a:extLst>
          </p:cNvPr>
          <p:cNvSpPr>
            <a:spLocks noGrp="1"/>
          </p:cNvSpPr>
          <p:nvPr>
            <p:ph type="title"/>
          </p:nvPr>
        </p:nvSpPr>
        <p:spPr>
          <a:xfrm>
            <a:off x="301752" y="301752"/>
            <a:ext cx="11457432" cy="612648"/>
          </a:xfrm>
        </p:spPr>
        <p:txBody>
          <a:bodyPr/>
          <a:lstStyle/>
          <a:p>
            <a:r>
              <a:rPr lang="en-US" dirty="0"/>
              <a:t>Us category Value Share</a:t>
            </a:r>
          </a:p>
        </p:txBody>
      </p:sp>
      <p:pic>
        <p:nvPicPr>
          <p:cNvPr id="3" name="Picture 2">
            <a:extLst>
              <a:ext uri="{FF2B5EF4-FFF2-40B4-BE49-F238E27FC236}">
                <a16:creationId xmlns:a16="http://schemas.microsoft.com/office/drawing/2014/main" id="{E08399D3-4972-A24A-FA8E-E4381F8B60C2}"/>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445344" y="1097279"/>
            <a:ext cx="8477275" cy="5633699"/>
          </a:xfrm>
          <a:prstGeom prst="rect">
            <a:avLst/>
          </a:prstGeom>
        </p:spPr>
      </p:pic>
      <p:pic>
        <p:nvPicPr>
          <p:cNvPr id="4" name="Picture 3">
            <a:extLst>
              <a:ext uri="{FF2B5EF4-FFF2-40B4-BE49-F238E27FC236}">
                <a16:creationId xmlns:a16="http://schemas.microsoft.com/office/drawing/2014/main" id="{0EA161AA-83F8-38A5-44D1-6BC7AD2AF505}"/>
              </a:ext>
            </a:extLst>
          </p:cNvPr>
          <p:cNvPicPr>
            <a:picLocks noChangeAspect="1"/>
          </p:cNvPicPr>
          <p:nvPr/>
        </p:nvPicPr>
        <p:blipFill>
          <a:blip r:embed="rId4"/>
          <a:srcRect l="37002" t="2782"/>
          <a:stretch>
            <a:fillRect/>
          </a:stretch>
        </p:blipFill>
        <p:spPr>
          <a:xfrm>
            <a:off x="1075113" y="1637084"/>
            <a:ext cx="463052" cy="121919"/>
          </a:xfrm>
          <a:prstGeom prst="rect">
            <a:avLst/>
          </a:prstGeom>
        </p:spPr>
      </p:pic>
    </p:spTree>
    <p:extLst>
      <p:ext uri="{BB962C8B-B14F-4D97-AF65-F5344CB8AC3E}">
        <p14:creationId xmlns:p14="http://schemas.microsoft.com/office/powerpoint/2010/main" val="162541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C21A-DFD4-66E8-0474-08F4AEA91682}"/>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393E9A65-6A81-0B94-29A4-DC0D792CB457}"/>
              </a:ext>
            </a:extLst>
          </p:cNvPr>
          <p:cNvSpPr>
            <a:spLocks noGrp="1"/>
          </p:cNvSpPr>
          <p:nvPr>
            <p:ph idx="1"/>
          </p:nvPr>
        </p:nvSpPr>
        <p:spPr>
          <a:xfrm>
            <a:off x="9301315" y="1242472"/>
            <a:ext cx="2556387" cy="5033916"/>
          </a:xfrm>
        </p:spPr>
        <p:txBody>
          <a:bodyPr/>
          <a:lstStyle/>
          <a:p>
            <a:r>
              <a:rPr lang="en-US" cap="none" dirty="0"/>
              <a:t>Volume share for comparison with value</a:t>
            </a:r>
          </a:p>
          <a:p>
            <a:r>
              <a:rPr lang="en-US" cap="none" dirty="0"/>
              <a:t>This shows that Vodka has a very high volume share but lacks value. Whiskey has high value as well as volume. </a:t>
            </a:r>
          </a:p>
        </p:txBody>
      </p:sp>
      <p:sp>
        <p:nvSpPr>
          <p:cNvPr id="9" name="Title 2">
            <a:extLst>
              <a:ext uri="{FF2B5EF4-FFF2-40B4-BE49-F238E27FC236}">
                <a16:creationId xmlns:a16="http://schemas.microsoft.com/office/drawing/2014/main" id="{69C61713-8DBB-68D9-8BC6-9D94598BB264}"/>
              </a:ext>
            </a:extLst>
          </p:cNvPr>
          <p:cNvSpPr>
            <a:spLocks noGrp="1"/>
          </p:cNvSpPr>
          <p:nvPr>
            <p:ph type="title"/>
          </p:nvPr>
        </p:nvSpPr>
        <p:spPr>
          <a:xfrm>
            <a:off x="301752" y="301752"/>
            <a:ext cx="11457432" cy="612648"/>
          </a:xfrm>
        </p:spPr>
        <p:txBody>
          <a:bodyPr/>
          <a:lstStyle/>
          <a:p>
            <a:r>
              <a:rPr lang="en-US" dirty="0"/>
              <a:t>Us category Volume Share</a:t>
            </a:r>
          </a:p>
        </p:txBody>
      </p:sp>
      <p:pic>
        <p:nvPicPr>
          <p:cNvPr id="3" name="Picture 2">
            <a:extLst>
              <a:ext uri="{FF2B5EF4-FFF2-40B4-BE49-F238E27FC236}">
                <a16:creationId xmlns:a16="http://schemas.microsoft.com/office/drawing/2014/main" id="{15CD6696-CA52-AA72-4A7D-DAFC0FB1A663}"/>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334298" y="1145406"/>
            <a:ext cx="8867454" cy="5500838"/>
          </a:xfrm>
          <a:prstGeom prst="rect">
            <a:avLst/>
          </a:prstGeom>
        </p:spPr>
      </p:pic>
      <p:pic>
        <p:nvPicPr>
          <p:cNvPr id="4" name="Picture 3">
            <a:extLst>
              <a:ext uri="{FF2B5EF4-FFF2-40B4-BE49-F238E27FC236}">
                <a16:creationId xmlns:a16="http://schemas.microsoft.com/office/drawing/2014/main" id="{F06F6D3D-FFDE-933F-796E-CA73715E1070}"/>
              </a:ext>
            </a:extLst>
          </p:cNvPr>
          <p:cNvPicPr>
            <a:picLocks noChangeAspect="1"/>
          </p:cNvPicPr>
          <p:nvPr/>
        </p:nvPicPr>
        <p:blipFill>
          <a:blip r:embed="rId4"/>
          <a:srcRect l="37566" t="-3131" r="3740" b="1"/>
          <a:stretch>
            <a:fillRect/>
          </a:stretch>
        </p:blipFill>
        <p:spPr>
          <a:xfrm>
            <a:off x="1020838" y="2011318"/>
            <a:ext cx="443552" cy="132973"/>
          </a:xfrm>
          <a:prstGeom prst="rect">
            <a:avLst/>
          </a:prstGeom>
        </p:spPr>
      </p:pic>
    </p:spTree>
    <p:extLst>
      <p:ext uri="{BB962C8B-B14F-4D97-AF65-F5344CB8AC3E}">
        <p14:creationId xmlns:p14="http://schemas.microsoft.com/office/powerpoint/2010/main" val="2935645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E4D09-B23A-F168-8AF4-5FE277973ACA}"/>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61AE7538-27CE-867D-3BBF-C3B8C6577A83}"/>
              </a:ext>
            </a:extLst>
          </p:cNvPr>
          <p:cNvSpPr>
            <a:spLocks noGrp="1"/>
          </p:cNvSpPr>
          <p:nvPr>
            <p:ph idx="1"/>
          </p:nvPr>
        </p:nvSpPr>
        <p:spPr>
          <a:xfrm>
            <a:off x="9301315" y="1242472"/>
            <a:ext cx="2556387" cy="5033916"/>
          </a:xfrm>
        </p:spPr>
        <p:txBody>
          <a:bodyPr/>
          <a:lstStyle/>
          <a:p>
            <a:r>
              <a:rPr lang="en-US" cap="none" dirty="0"/>
              <a:t>Shows which categories are gaining the most value from 2019-2030</a:t>
            </a:r>
          </a:p>
          <a:p>
            <a:r>
              <a:rPr lang="en-US" cap="none" dirty="0"/>
              <a:t>Agave has changed the most while whisky is also looking healthy</a:t>
            </a:r>
          </a:p>
        </p:txBody>
      </p:sp>
      <p:sp>
        <p:nvSpPr>
          <p:cNvPr id="4" name="Title 3">
            <a:extLst>
              <a:ext uri="{FF2B5EF4-FFF2-40B4-BE49-F238E27FC236}">
                <a16:creationId xmlns:a16="http://schemas.microsoft.com/office/drawing/2014/main" id="{52462453-44DB-7F4F-BAD2-7CDA755E9B91}"/>
              </a:ext>
            </a:extLst>
          </p:cNvPr>
          <p:cNvSpPr>
            <a:spLocks noGrp="1"/>
          </p:cNvSpPr>
          <p:nvPr>
            <p:ph type="title"/>
          </p:nvPr>
        </p:nvSpPr>
        <p:spPr/>
        <p:txBody>
          <a:bodyPr/>
          <a:lstStyle/>
          <a:p>
            <a:r>
              <a:rPr lang="en-US" dirty="0"/>
              <a:t>Us Category Value Change</a:t>
            </a:r>
          </a:p>
        </p:txBody>
      </p:sp>
      <p:pic>
        <p:nvPicPr>
          <p:cNvPr id="6" name="Picture 5">
            <a:extLst>
              <a:ext uri="{FF2B5EF4-FFF2-40B4-BE49-F238E27FC236}">
                <a16:creationId xmlns:a16="http://schemas.microsoft.com/office/drawing/2014/main" id="{0A5F96F6-5E03-0013-FBDF-09E6BC86B0E4}"/>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546233" y="1119172"/>
            <a:ext cx="8277723" cy="5501084"/>
          </a:xfrm>
          <a:prstGeom prst="rect">
            <a:avLst/>
          </a:prstGeom>
        </p:spPr>
      </p:pic>
      <p:pic>
        <p:nvPicPr>
          <p:cNvPr id="3" name="Picture 2">
            <a:extLst>
              <a:ext uri="{FF2B5EF4-FFF2-40B4-BE49-F238E27FC236}">
                <a16:creationId xmlns:a16="http://schemas.microsoft.com/office/drawing/2014/main" id="{D1168B59-5B75-B6B2-2F66-4683F5BF023A}"/>
              </a:ext>
            </a:extLst>
          </p:cNvPr>
          <p:cNvPicPr>
            <a:picLocks noChangeAspect="1"/>
          </p:cNvPicPr>
          <p:nvPr/>
        </p:nvPicPr>
        <p:blipFill>
          <a:blip r:embed="rId4"/>
          <a:srcRect l="37566" t="-3131" r="3740" b="1"/>
          <a:stretch>
            <a:fillRect/>
          </a:stretch>
        </p:blipFill>
        <p:spPr>
          <a:xfrm>
            <a:off x="1151467" y="1992657"/>
            <a:ext cx="443552" cy="132973"/>
          </a:xfrm>
          <a:prstGeom prst="rect">
            <a:avLst/>
          </a:prstGeom>
        </p:spPr>
      </p:pic>
      <p:pic>
        <p:nvPicPr>
          <p:cNvPr id="5" name="Picture 4">
            <a:extLst>
              <a:ext uri="{FF2B5EF4-FFF2-40B4-BE49-F238E27FC236}">
                <a16:creationId xmlns:a16="http://schemas.microsoft.com/office/drawing/2014/main" id="{50F22BAF-4A32-CB5F-3AF4-020B85F1C039}"/>
              </a:ext>
            </a:extLst>
          </p:cNvPr>
          <p:cNvPicPr>
            <a:picLocks noChangeAspect="1"/>
          </p:cNvPicPr>
          <p:nvPr/>
        </p:nvPicPr>
        <p:blipFill>
          <a:blip r:embed="rId5"/>
          <a:stretch>
            <a:fillRect/>
          </a:stretch>
        </p:blipFill>
        <p:spPr>
          <a:xfrm>
            <a:off x="10150449" y="2551289"/>
            <a:ext cx="1628596" cy="470404"/>
          </a:xfrm>
          <a:prstGeom prst="rect">
            <a:avLst/>
          </a:prstGeom>
        </p:spPr>
      </p:pic>
    </p:spTree>
    <p:extLst>
      <p:ext uri="{BB962C8B-B14F-4D97-AF65-F5344CB8AC3E}">
        <p14:creationId xmlns:p14="http://schemas.microsoft.com/office/powerpoint/2010/main" val="4292544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D989-A97B-F333-6F41-1FF0A4F2DC77}"/>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2C056131-2321-6C16-3D8C-CCE22DCE4191}"/>
              </a:ext>
            </a:extLst>
          </p:cNvPr>
          <p:cNvSpPr>
            <a:spLocks noGrp="1"/>
          </p:cNvSpPr>
          <p:nvPr>
            <p:ph idx="1"/>
          </p:nvPr>
        </p:nvSpPr>
        <p:spPr>
          <a:xfrm>
            <a:off x="9301315" y="1242472"/>
            <a:ext cx="2556387" cy="5033916"/>
          </a:xfrm>
        </p:spPr>
        <p:txBody>
          <a:bodyPr/>
          <a:lstStyle/>
          <a:p>
            <a:r>
              <a:rPr lang="en-US" cap="none" dirty="0"/>
              <a:t>More useful for Sagamore. The U.S. Whiskey outperforming the others looks promising.</a:t>
            </a:r>
          </a:p>
        </p:txBody>
      </p:sp>
      <p:sp>
        <p:nvSpPr>
          <p:cNvPr id="4" name="Title 3">
            <a:extLst>
              <a:ext uri="{FF2B5EF4-FFF2-40B4-BE49-F238E27FC236}">
                <a16:creationId xmlns:a16="http://schemas.microsoft.com/office/drawing/2014/main" id="{6A0D2854-5E1E-A428-3EBC-DEAC7111250C}"/>
              </a:ext>
            </a:extLst>
          </p:cNvPr>
          <p:cNvSpPr>
            <a:spLocks noGrp="1"/>
          </p:cNvSpPr>
          <p:nvPr>
            <p:ph type="title"/>
          </p:nvPr>
        </p:nvSpPr>
        <p:spPr/>
        <p:txBody>
          <a:bodyPr/>
          <a:lstStyle/>
          <a:p>
            <a:r>
              <a:rPr lang="en-US" dirty="0"/>
              <a:t>Us whisky subcategory trends</a:t>
            </a:r>
          </a:p>
        </p:txBody>
      </p:sp>
      <p:pic>
        <p:nvPicPr>
          <p:cNvPr id="10" name="Picture 9">
            <a:extLst>
              <a:ext uri="{FF2B5EF4-FFF2-40B4-BE49-F238E27FC236}">
                <a16:creationId xmlns:a16="http://schemas.microsoft.com/office/drawing/2014/main" id="{EEA79120-A434-44C7-048D-DC8CA41415CF}"/>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437999" y="1099752"/>
            <a:ext cx="8768753" cy="5081538"/>
          </a:xfrm>
          <a:prstGeom prst="rect">
            <a:avLst/>
          </a:prstGeom>
        </p:spPr>
      </p:pic>
    </p:spTree>
    <p:extLst>
      <p:ext uri="{BB962C8B-B14F-4D97-AF65-F5344CB8AC3E}">
        <p14:creationId xmlns:p14="http://schemas.microsoft.com/office/powerpoint/2010/main" val="1364285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1EE88-E0E0-ADDD-3A63-0F395C94DFC5}"/>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id="{5E306A4B-EAB3-CEEB-5551-C683A7F3D080}"/>
              </a:ext>
            </a:extLst>
          </p:cNvPr>
          <p:cNvSpPr>
            <a:spLocks noGrp="1"/>
          </p:cNvSpPr>
          <p:nvPr>
            <p:ph type="subTitle" idx="1"/>
          </p:nvPr>
        </p:nvSpPr>
        <p:spPr>
          <a:xfrm>
            <a:off x="1524000" y="5915089"/>
            <a:ext cx="9144000" cy="685072"/>
          </a:xfrm>
        </p:spPr>
        <p:txBody>
          <a:bodyPr/>
          <a:lstStyle/>
          <a:p>
            <a:r>
              <a:rPr lang="en-US" dirty="0"/>
              <a:t>Global Data</a:t>
            </a:r>
          </a:p>
        </p:txBody>
      </p:sp>
    </p:spTree>
    <p:extLst>
      <p:ext uri="{BB962C8B-B14F-4D97-AF65-F5344CB8AC3E}">
        <p14:creationId xmlns:p14="http://schemas.microsoft.com/office/powerpoint/2010/main" val="4020353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840BC-2383-ED4F-3ECD-D0D37E3A30EF}"/>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F7A0ED0-DF58-8549-F8A3-3B249F0C7A24}"/>
              </a:ext>
            </a:extLst>
          </p:cNvPr>
          <p:cNvSpPr>
            <a:spLocks noGrp="1"/>
          </p:cNvSpPr>
          <p:nvPr>
            <p:ph idx="1"/>
          </p:nvPr>
        </p:nvSpPr>
        <p:spPr>
          <a:xfrm>
            <a:off x="9301315" y="1242472"/>
            <a:ext cx="2556387" cy="5033916"/>
          </a:xfrm>
        </p:spPr>
        <p:txBody>
          <a:bodyPr/>
          <a:lstStyle/>
          <a:p>
            <a:r>
              <a:rPr lang="en-US" cap="none" dirty="0"/>
              <a:t>Shows global premiumization</a:t>
            </a:r>
          </a:p>
          <a:p>
            <a:r>
              <a:rPr lang="en-US" cap="none" dirty="0"/>
              <a:t>Globally, the value has increased less compared to the U.S., and the volume has decreased more as well</a:t>
            </a:r>
          </a:p>
          <a:p>
            <a:endParaRPr lang="en-US" cap="none" dirty="0"/>
          </a:p>
          <a:p>
            <a:r>
              <a:rPr lang="en-US" cap="none" dirty="0"/>
              <a:t>(U.S. is beating global market)</a:t>
            </a:r>
          </a:p>
        </p:txBody>
      </p:sp>
      <p:sp>
        <p:nvSpPr>
          <p:cNvPr id="4" name="Title 3">
            <a:extLst>
              <a:ext uri="{FF2B5EF4-FFF2-40B4-BE49-F238E27FC236}">
                <a16:creationId xmlns:a16="http://schemas.microsoft.com/office/drawing/2014/main" id="{7C410566-320F-AC21-E209-65FB991AE1D1}"/>
              </a:ext>
            </a:extLst>
          </p:cNvPr>
          <p:cNvSpPr>
            <a:spLocks noGrp="1"/>
          </p:cNvSpPr>
          <p:nvPr>
            <p:ph type="title"/>
          </p:nvPr>
        </p:nvSpPr>
        <p:spPr/>
        <p:txBody>
          <a:bodyPr/>
          <a:lstStyle/>
          <a:p>
            <a:r>
              <a:rPr lang="en-US" dirty="0"/>
              <a:t>Global Value vs Volume index</a:t>
            </a:r>
          </a:p>
        </p:txBody>
      </p:sp>
      <p:pic>
        <p:nvPicPr>
          <p:cNvPr id="5" name="Picture 4">
            <a:extLst>
              <a:ext uri="{FF2B5EF4-FFF2-40B4-BE49-F238E27FC236}">
                <a16:creationId xmlns:a16="http://schemas.microsoft.com/office/drawing/2014/main" id="{6A3CE5C9-B933-3254-AC28-439430D6546C}"/>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220562" y="1088725"/>
            <a:ext cx="8953279" cy="5300924"/>
          </a:xfrm>
          <a:prstGeom prst="rect">
            <a:avLst/>
          </a:prstGeom>
        </p:spPr>
      </p:pic>
    </p:spTree>
    <p:extLst>
      <p:ext uri="{BB962C8B-B14F-4D97-AF65-F5344CB8AC3E}">
        <p14:creationId xmlns:p14="http://schemas.microsoft.com/office/powerpoint/2010/main" val="4066887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B483-86F6-CA4B-E095-5533C4DDA127}"/>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7B45A50D-0EA3-6342-389D-232195285C8F}"/>
              </a:ext>
            </a:extLst>
          </p:cNvPr>
          <p:cNvSpPr>
            <a:spLocks noGrp="1"/>
          </p:cNvSpPr>
          <p:nvPr>
            <p:ph idx="1"/>
          </p:nvPr>
        </p:nvSpPr>
        <p:spPr>
          <a:xfrm>
            <a:off x="9301315" y="1242472"/>
            <a:ext cx="2556387" cy="5033916"/>
          </a:xfrm>
        </p:spPr>
        <p:txBody>
          <a:bodyPr/>
          <a:lstStyle/>
          <a:p>
            <a:r>
              <a:rPr lang="en-US" cap="none" dirty="0"/>
              <a:t>Identifies largest value pools for distribution</a:t>
            </a:r>
          </a:p>
          <a:p>
            <a:endParaRPr lang="en-US" cap="none" dirty="0"/>
          </a:p>
        </p:txBody>
      </p:sp>
      <p:sp>
        <p:nvSpPr>
          <p:cNvPr id="3" name="Title 2">
            <a:extLst>
              <a:ext uri="{FF2B5EF4-FFF2-40B4-BE49-F238E27FC236}">
                <a16:creationId xmlns:a16="http://schemas.microsoft.com/office/drawing/2014/main" id="{5A5266B9-C943-6413-FADD-9F6F12A3699A}"/>
              </a:ext>
            </a:extLst>
          </p:cNvPr>
          <p:cNvSpPr>
            <a:spLocks noGrp="1"/>
          </p:cNvSpPr>
          <p:nvPr>
            <p:ph type="title"/>
          </p:nvPr>
        </p:nvSpPr>
        <p:spPr/>
        <p:txBody>
          <a:bodyPr/>
          <a:lstStyle/>
          <a:p>
            <a:r>
              <a:rPr lang="en-US" dirty="0"/>
              <a:t>Top 15 countries by 2030 volume</a:t>
            </a:r>
          </a:p>
        </p:txBody>
      </p:sp>
      <p:pic>
        <p:nvPicPr>
          <p:cNvPr id="6" name="Picture 5">
            <a:extLst>
              <a:ext uri="{FF2B5EF4-FFF2-40B4-BE49-F238E27FC236}">
                <a16:creationId xmlns:a16="http://schemas.microsoft.com/office/drawing/2014/main" id="{E0945255-29FC-885E-FEA3-DD6D17CCAFF3}"/>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370921" y="1080607"/>
            <a:ext cx="8727359" cy="5547319"/>
          </a:xfrm>
          <a:prstGeom prst="rect">
            <a:avLst/>
          </a:prstGeom>
        </p:spPr>
      </p:pic>
    </p:spTree>
    <p:extLst>
      <p:ext uri="{BB962C8B-B14F-4D97-AF65-F5344CB8AC3E}">
        <p14:creationId xmlns:p14="http://schemas.microsoft.com/office/powerpoint/2010/main" val="2879637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E9D3-AC9D-387F-CAD7-F428BA3BAD5B}"/>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59A3112E-3C58-243C-17CD-69AE1FADA828}"/>
              </a:ext>
            </a:extLst>
          </p:cNvPr>
          <p:cNvSpPr>
            <a:spLocks noGrp="1"/>
          </p:cNvSpPr>
          <p:nvPr>
            <p:ph idx="1"/>
          </p:nvPr>
        </p:nvSpPr>
        <p:spPr>
          <a:xfrm>
            <a:off x="9219019" y="1242472"/>
            <a:ext cx="2556387" cy="5033916"/>
          </a:xfrm>
        </p:spPr>
        <p:txBody>
          <a:bodyPr/>
          <a:lstStyle/>
          <a:p>
            <a:r>
              <a:rPr lang="en-US" cap="none" dirty="0"/>
              <a:t>Shows where largest incremental value is expected.</a:t>
            </a:r>
          </a:p>
          <a:p>
            <a:r>
              <a:rPr lang="en-US" cap="none" dirty="0"/>
              <a:t>Although China is the largest market, it is shrinking the fastest.</a:t>
            </a:r>
          </a:p>
        </p:txBody>
      </p:sp>
      <p:sp>
        <p:nvSpPr>
          <p:cNvPr id="3" name="Title 2">
            <a:extLst>
              <a:ext uri="{FF2B5EF4-FFF2-40B4-BE49-F238E27FC236}">
                <a16:creationId xmlns:a16="http://schemas.microsoft.com/office/drawing/2014/main" id="{68A718AB-4410-4EED-8B73-0EC66889317E}"/>
              </a:ext>
            </a:extLst>
          </p:cNvPr>
          <p:cNvSpPr>
            <a:spLocks noGrp="1"/>
          </p:cNvSpPr>
          <p:nvPr>
            <p:ph type="title"/>
          </p:nvPr>
        </p:nvSpPr>
        <p:spPr/>
        <p:txBody>
          <a:bodyPr/>
          <a:lstStyle/>
          <a:p>
            <a:r>
              <a:rPr lang="en-US" dirty="0"/>
              <a:t>Country Value Change 2019-2030</a:t>
            </a:r>
          </a:p>
        </p:txBody>
      </p:sp>
      <p:pic>
        <p:nvPicPr>
          <p:cNvPr id="10" name="Picture 9">
            <a:extLst>
              <a:ext uri="{FF2B5EF4-FFF2-40B4-BE49-F238E27FC236}">
                <a16:creationId xmlns:a16="http://schemas.microsoft.com/office/drawing/2014/main" id="{5920ACE9-B718-28D4-C104-7C6DE45CD722}"/>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301752" y="1042200"/>
            <a:ext cx="8668511" cy="5729690"/>
          </a:xfrm>
          <a:prstGeom prst="rect">
            <a:avLst/>
          </a:prstGeom>
        </p:spPr>
      </p:pic>
    </p:spTree>
    <p:extLst>
      <p:ext uri="{BB962C8B-B14F-4D97-AF65-F5344CB8AC3E}">
        <p14:creationId xmlns:p14="http://schemas.microsoft.com/office/powerpoint/2010/main" val="24177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91003-3F76-8107-5224-AD71CE7E2862}"/>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48652BFC-2B28-6036-6525-02AE16C97B3E}"/>
              </a:ext>
            </a:extLst>
          </p:cNvPr>
          <p:cNvSpPr>
            <a:spLocks noGrp="1"/>
          </p:cNvSpPr>
          <p:nvPr>
            <p:ph idx="1"/>
          </p:nvPr>
        </p:nvSpPr>
        <p:spPr>
          <a:xfrm>
            <a:off x="9219019" y="1242472"/>
            <a:ext cx="2556387" cy="5033916"/>
          </a:xfrm>
        </p:spPr>
        <p:txBody>
          <a:bodyPr/>
          <a:lstStyle/>
          <a:p>
            <a:r>
              <a:rPr lang="en-US" cap="none" dirty="0"/>
              <a:t>Shows whether market growth is relative to more cases or mainly value.</a:t>
            </a:r>
          </a:p>
        </p:txBody>
      </p:sp>
      <p:sp>
        <p:nvSpPr>
          <p:cNvPr id="3" name="Title 2">
            <a:extLst>
              <a:ext uri="{FF2B5EF4-FFF2-40B4-BE49-F238E27FC236}">
                <a16:creationId xmlns:a16="http://schemas.microsoft.com/office/drawing/2014/main" id="{58396F8D-E7AB-A0E4-9E19-33646D8DB170}"/>
              </a:ext>
            </a:extLst>
          </p:cNvPr>
          <p:cNvSpPr>
            <a:spLocks noGrp="1"/>
          </p:cNvSpPr>
          <p:nvPr>
            <p:ph type="title"/>
          </p:nvPr>
        </p:nvSpPr>
        <p:spPr/>
        <p:txBody>
          <a:bodyPr/>
          <a:lstStyle/>
          <a:p>
            <a:r>
              <a:rPr lang="en-US" dirty="0"/>
              <a:t>Country Volume Change 2019-2030</a:t>
            </a:r>
          </a:p>
        </p:txBody>
      </p:sp>
      <p:pic>
        <p:nvPicPr>
          <p:cNvPr id="5" name="Picture 4">
            <a:extLst>
              <a:ext uri="{FF2B5EF4-FFF2-40B4-BE49-F238E27FC236}">
                <a16:creationId xmlns:a16="http://schemas.microsoft.com/office/drawing/2014/main" id="{57FB0E87-BFF1-1C90-D416-39E0E960A48E}"/>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182880" y="1031681"/>
            <a:ext cx="8961120" cy="5524567"/>
          </a:xfrm>
          <a:prstGeom prst="rect">
            <a:avLst/>
          </a:prstGeom>
        </p:spPr>
      </p:pic>
    </p:spTree>
    <p:extLst>
      <p:ext uri="{BB962C8B-B14F-4D97-AF65-F5344CB8AC3E}">
        <p14:creationId xmlns:p14="http://schemas.microsoft.com/office/powerpoint/2010/main" val="781613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6A338-E9AC-6F32-3F63-BB4533C017ED}"/>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C5A9A3C5-7DFD-971E-83CA-EB1245938299}"/>
              </a:ext>
            </a:extLst>
          </p:cNvPr>
          <p:cNvSpPr>
            <a:spLocks noGrp="1"/>
          </p:cNvSpPr>
          <p:nvPr>
            <p:ph idx="1"/>
          </p:nvPr>
        </p:nvSpPr>
        <p:spPr>
          <a:xfrm>
            <a:off x="9219019" y="1242472"/>
            <a:ext cx="2556387" cy="5033916"/>
          </a:xfrm>
        </p:spPr>
        <p:txBody>
          <a:bodyPr/>
          <a:lstStyle/>
          <a:p>
            <a:r>
              <a:rPr lang="en-US" cap="none" dirty="0"/>
              <a:t>Shows markets gain/loss of relevance.</a:t>
            </a:r>
          </a:p>
          <a:p>
            <a:endParaRPr lang="en-US" cap="none" dirty="0"/>
          </a:p>
          <a:p>
            <a:r>
              <a:rPr lang="en-US" cap="none" dirty="0"/>
              <a:t>China is still dominating the market but will continue to shrink.</a:t>
            </a:r>
          </a:p>
        </p:txBody>
      </p:sp>
      <p:sp>
        <p:nvSpPr>
          <p:cNvPr id="3" name="Title 2">
            <a:extLst>
              <a:ext uri="{FF2B5EF4-FFF2-40B4-BE49-F238E27FC236}">
                <a16:creationId xmlns:a16="http://schemas.microsoft.com/office/drawing/2014/main" id="{B9E6BD3C-A2FE-AC5E-4CAC-8086ED6200E7}"/>
              </a:ext>
            </a:extLst>
          </p:cNvPr>
          <p:cNvSpPr>
            <a:spLocks noGrp="1"/>
          </p:cNvSpPr>
          <p:nvPr>
            <p:ph type="title"/>
          </p:nvPr>
        </p:nvSpPr>
        <p:spPr/>
        <p:txBody>
          <a:bodyPr/>
          <a:lstStyle/>
          <a:p>
            <a:r>
              <a:rPr lang="en-US" dirty="0"/>
              <a:t>Country share of global value</a:t>
            </a:r>
          </a:p>
        </p:txBody>
      </p:sp>
      <p:pic>
        <p:nvPicPr>
          <p:cNvPr id="8" name="Picture 7">
            <a:extLst>
              <a:ext uri="{FF2B5EF4-FFF2-40B4-BE49-F238E27FC236}">
                <a16:creationId xmlns:a16="http://schemas.microsoft.com/office/drawing/2014/main" id="{A9896285-F338-1C25-B557-5C7D127C8CE6}"/>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144550" y="1090826"/>
            <a:ext cx="8922447" cy="5540980"/>
          </a:xfrm>
          <a:prstGeom prst="rect">
            <a:avLst/>
          </a:prstGeom>
        </p:spPr>
      </p:pic>
    </p:spTree>
    <p:extLst>
      <p:ext uri="{BB962C8B-B14F-4D97-AF65-F5344CB8AC3E}">
        <p14:creationId xmlns:p14="http://schemas.microsoft.com/office/powerpoint/2010/main" val="2959474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0A85-77C8-DC10-F75A-5C6922DEE865}"/>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B798FBE7-C5F7-309D-38DA-1CF7A67B031C}"/>
              </a:ext>
            </a:extLst>
          </p:cNvPr>
          <p:cNvSpPr>
            <a:spLocks noGrp="1"/>
          </p:cNvSpPr>
          <p:nvPr>
            <p:ph idx="1"/>
          </p:nvPr>
        </p:nvSpPr>
        <p:spPr>
          <a:xfrm>
            <a:off x="9219019" y="1242472"/>
            <a:ext cx="2556387" cy="5033916"/>
          </a:xfrm>
        </p:spPr>
        <p:txBody>
          <a:bodyPr/>
          <a:lstStyle/>
          <a:p>
            <a:r>
              <a:rPr lang="en-US" cap="none" dirty="0"/>
              <a:t>Shows categories value share across the world rather than just U.S.</a:t>
            </a:r>
          </a:p>
          <a:p>
            <a:r>
              <a:rPr lang="en-US" cap="none" dirty="0"/>
              <a:t>Both whisky and liqueurs are gaining traction; good news for us</a:t>
            </a:r>
          </a:p>
        </p:txBody>
      </p:sp>
      <p:sp>
        <p:nvSpPr>
          <p:cNvPr id="3" name="Title 2">
            <a:extLst>
              <a:ext uri="{FF2B5EF4-FFF2-40B4-BE49-F238E27FC236}">
                <a16:creationId xmlns:a16="http://schemas.microsoft.com/office/drawing/2014/main" id="{6C447DAC-A927-5675-8A5D-EDFE22F213FB}"/>
              </a:ext>
            </a:extLst>
          </p:cNvPr>
          <p:cNvSpPr>
            <a:spLocks noGrp="1"/>
          </p:cNvSpPr>
          <p:nvPr>
            <p:ph type="title"/>
          </p:nvPr>
        </p:nvSpPr>
        <p:spPr/>
        <p:txBody>
          <a:bodyPr/>
          <a:lstStyle/>
          <a:p>
            <a:r>
              <a:rPr lang="en-US" dirty="0"/>
              <a:t>Global Categories: Value Share</a:t>
            </a:r>
          </a:p>
        </p:txBody>
      </p:sp>
      <p:pic>
        <p:nvPicPr>
          <p:cNvPr id="5" name="Picture 4">
            <a:extLst>
              <a:ext uri="{FF2B5EF4-FFF2-40B4-BE49-F238E27FC236}">
                <a16:creationId xmlns:a16="http://schemas.microsoft.com/office/drawing/2014/main" id="{0D96A58C-8884-E45C-C460-8A6B9A38DC31}"/>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224749" y="1153684"/>
            <a:ext cx="8343145" cy="5402564"/>
          </a:xfrm>
          <a:prstGeom prst="rect">
            <a:avLst/>
          </a:prstGeom>
        </p:spPr>
      </p:pic>
      <p:pic>
        <p:nvPicPr>
          <p:cNvPr id="4" name="Picture 3">
            <a:extLst>
              <a:ext uri="{FF2B5EF4-FFF2-40B4-BE49-F238E27FC236}">
                <a16:creationId xmlns:a16="http://schemas.microsoft.com/office/drawing/2014/main" id="{D89ACEF3-A04B-4DE2-576E-3B5F4495F65A}"/>
              </a:ext>
            </a:extLst>
          </p:cNvPr>
          <p:cNvPicPr>
            <a:picLocks noChangeAspect="1"/>
          </p:cNvPicPr>
          <p:nvPr/>
        </p:nvPicPr>
        <p:blipFill>
          <a:blip r:embed="rId4"/>
          <a:srcRect l="37566" t="-3131" r="3740" b="1"/>
          <a:stretch>
            <a:fillRect/>
          </a:stretch>
        </p:blipFill>
        <p:spPr>
          <a:xfrm>
            <a:off x="672677" y="2006657"/>
            <a:ext cx="394798" cy="118357"/>
          </a:xfrm>
          <a:prstGeom prst="rect">
            <a:avLst/>
          </a:prstGeom>
        </p:spPr>
      </p:pic>
    </p:spTree>
    <p:extLst>
      <p:ext uri="{BB962C8B-B14F-4D97-AF65-F5344CB8AC3E}">
        <p14:creationId xmlns:p14="http://schemas.microsoft.com/office/powerpoint/2010/main" val="3714726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B003C-449A-16E8-9B94-E94697E5884C}"/>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2E730BDC-1D98-11F2-0B81-4E3F9F5693E1}"/>
              </a:ext>
            </a:extLst>
          </p:cNvPr>
          <p:cNvSpPr>
            <a:spLocks noGrp="1"/>
          </p:cNvSpPr>
          <p:nvPr>
            <p:ph idx="1"/>
          </p:nvPr>
        </p:nvSpPr>
        <p:spPr>
          <a:xfrm>
            <a:off x="9219019" y="1242472"/>
            <a:ext cx="2556387" cy="5033916"/>
          </a:xfrm>
        </p:spPr>
        <p:txBody>
          <a:bodyPr/>
          <a:lstStyle/>
          <a:p>
            <a:r>
              <a:rPr lang="en-US" cap="none" dirty="0"/>
              <a:t>Shows categories volume share across the world rather than just U.S.</a:t>
            </a:r>
          </a:p>
        </p:txBody>
      </p:sp>
      <p:sp>
        <p:nvSpPr>
          <p:cNvPr id="3" name="Title 2">
            <a:extLst>
              <a:ext uri="{FF2B5EF4-FFF2-40B4-BE49-F238E27FC236}">
                <a16:creationId xmlns:a16="http://schemas.microsoft.com/office/drawing/2014/main" id="{A8F6EC9E-CA87-C9E3-AD3F-87DBEBFDDF97}"/>
              </a:ext>
            </a:extLst>
          </p:cNvPr>
          <p:cNvSpPr>
            <a:spLocks noGrp="1"/>
          </p:cNvSpPr>
          <p:nvPr>
            <p:ph type="title"/>
          </p:nvPr>
        </p:nvSpPr>
        <p:spPr/>
        <p:txBody>
          <a:bodyPr/>
          <a:lstStyle/>
          <a:p>
            <a:r>
              <a:rPr lang="en-US" dirty="0"/>
              <a:t>Global Categories: Volume Share</a:t>
            </a:r>
          </a:p>
        </p:txBody>
      </p:sp>
      <p:pic>
        <p:nvPicPr>
          <p:cNvPr id="4" name="Picture 3">
            <a:extLst>
              <a:ext uri="{FF2B5EF4-FFF2-40B4-BE49-F238E27FC236}">
                <a16:creationId xmlns:a16="http://schemas.microsoft.com/office/drawing/2014/main" id="{A73AE76B-9468-709B-E282-A9F08A8CC7FA}"/>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 uri="{28A0092B-C50C-407E-A947-70E740481C1C}">
                <a14:useLocalDpi xmlns:a14="http://schemas.microsoft.com/office/drawing/2010/main" val="0"/>
              </a:ext>
            </a:extLst>
          </a:blip>
          <a:stretch>
            <a:fillRect/>
          </a:stretch>
        </p:blipFill>
        <p:spPr>
          <a:xfrm>
            <a:off x="301752" y="1187835"/>
            <a:ext cx="8717120" cy="5368413"/>
          </a:xfrm>
          <a:prstGeom prst="rect">
            <a:avLst/>
          </a:prstGeom>
        </p:spPr>
      </p:pic>
      <p:pic>
        <p:nvPicPr>
          <p:cNvPr id="5" name="Picture 4">
            <a:extLst>
              <a:ext uri="{FF2B5EF4-FFF2-40B4-BE49-F238E27FC236}">
                <a16:creationId xmlns:a16="http://schemas.microsoft.com/office/drawing/2014/main" id="{6B73CCD3-2314-6600-FD03-33CEE2E5E72D}"/>
              </a:ext>
            </a:extLst>
          </p:cNvPr>
          <p:cNvPicPr>
            <a:picLocks noChangeAspect="1"/>
          </p:cNvPicPr>
          <p:nvPr/>
        </p:nvPicPr>
        <p:blipFill>
          <a:blip r:embed="rId4"/>
          <a:srcRect l="37566" t="-3131" r="3740" b="1"/>
          <a:stretch>
            <a:fillRect/>
          </a:stretch>
        </p:blipFill>
        <p:spPr>
          <a:xfrm>
            <a:off x="780690" y="2024257"/>
            <a:ext cx="407653" cy="122211"/>
          </a:xfrm>
          <a:prstGeom prst="rect">
            <a:avLst/>
          </a:prstGeom>
        </p:spPr>
      </p:pic>
    </p:spTree>
    <p:extLst>
      <p:ext uri="{BB962C8B-B14F-4D97-AF65-F5344CB8AC3E}">
        <p14:creationId xmlns:p14="http://schemas.microsoft.com/office/powerpoint/2010/main" val="3636376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058D6-1BF7-E120-1D51-44777E84D7B3}"/>
            </a:ext>
          </a:extLst>
        </p:cNvPr>
        <p:cNvGrpSpPr/>
        <p:nvPr/>
      </p:nvGrpSpPr>
      <p:grpSpPr>
        <a:xfrm>
          <a:off x="0" y="0"/>
          <a:ext cx="0" cy="0"/>
          <a:chOff x="0" y="0"/>
          <a:chExt cx="0" cy="0"/>
        </a:xfrm>
      </p:grpSpPr>
      <p:sp>
        <p:nvSpPr>
          <p:cNvPr id="7" name="Content Placeholder 1">
            <a:extLst>
              <a:ext uri="{FF2B5EF4-FFF2-40B4-BE49-F238E27FC236}">
                <a16:creationId xmlns:a16="http://schemas.microsoft.com/office/drawing/2014/main" id="{7116CD11-49D1-D182-79B3-D682CF078C95}"/>
              </a:ext>
            </a:extLst>
          </p:cNvPr>
          <p:cNvSpPr>
            <a:spLocks noGrp="1"/>
          </p:cNvSpPr>
          <p:nvPr>
            <p:ph idx="1"/>
          </p:nvPr>
        </p:nvSpPr>
        <p:spPr>
          <a:xfrm>
            <a:off x="301753" y="1242472"/>
            <a:ext cx="11473654" cy="5033916"/>
          </a:xfrm>
        </p:spPr>
        <p:txBody>
          <a:bodyPr/>
          <a:lstStyle/>
          <a:p>
            <a:r>
              <a:rPr lang="en-US" cap="none" dirty="0"/>
              <a:t>The main takeaway is that although we see the volume of the spirits industry shrinking, there is still a slight increase in value overall. This may mean that it is a good idea to focus on margins per case, rather than emphasize sales quantity. It also seems like the whiskey market is the safest market that we have in our portfolio, with both U.S. (Sagamore) and Irish (The Busker) whisky being safe subcategories. </a:t>
            </a:r>
          </a:p>
          <a:p>
            <a:r>
              <a:rPr lang="en-US" cap="none" dirty="0"/>
              <a:t>New venture opportunities: TEQUILA!!!!!</a:t>
            </a:r>
          </a:p>
        </p:txBody>
      </p:sp>
      <p:sp>
        <p:nvSpPr>
          <p:cNvPr id="3" name="Title 2">
            <a:extLst>
              <a:ext uri="{FF2B5EF4-FFF2-40B4-BE49-F238E27FC236}">
                <a16:creationId xmlns:a16="http://schemas.microsoft.com/office/drawing/2014/main" id="{B1F80F7C-AEF9-C42E-CA10-5DD2D77C5AA8}"/>
              </a:ext>
            </a:extLst>
          </p:cNvPr>
          <p:cNvSpPr>
            <a:spLocks noGrp="1"/>
          </p:cNvSpPr>
          <p:nvPr>
            <p:ph type="title"/>
          </p:nvPr>
        </p:nvSpPr>
        <p:spPr>
          <a:xfrm>
            <a:off x="301752" y="301752"/>
            <a:ext cx="11292840" cy="612648"/>
          </a:xfrm>
        </p:spPr>
        <p:txBody>
          <a:bodyPr/>
          <a:lstStyle/>
          <a:p>
            <a:r>
              <a:rPr lang="en-US" dirty="0"/>
              <a:t>Conclusion</a:t>
            </a:r>
          </a:p>
        </p:txBody>
      </p:sp>
    </p:spTree>
    <p:extLst>
      <p:ext uri="{BB962C8B-B14F-4D97-AF65-F5344CB8AC3E}">
        <p14:creationId xmlns:p14="http://schemas.microsoft.com/office/powerpoint/2010/main" val="3871523192"/>
      </p:ext>
    </p:extLst>
  </p:cSld>
  <p:clrMapOvr>
    <a:masterClrMapping/>
  </p:clrMapOvr>
</p:sld>
</file>

<file path=ppt/theme/theme1.xml><?xml version="1.0" encoding="utf-8"?>
<a:theme xmlns:a="http://schemas.openxmlformats.org/drawingml/2006/main" name="Sagamoreslidetheme">
  <a:themeElements>
    <a:clrScheme name="Dis/Sag">
      <a:dk1>
        <a:srgbClr val="000000"/>
      </a:dk1>
      <a:lt1>
        <a:srgbClr val="FFFFFF"/>
      </a:lt1>
      <a:dk2>
        <a:srgbClr val="5B5E5F"/>
      </a:dk2>
      <a:lt2>
        <a:srgbClr val="E7E8E8"/>
      </a:lt2>
      <a:accent1>
        <a:srgbClr val="D50828"/>
      </a:accent1>
      <a:accent2>
        <a:srgbClr val="46151D"/>
      </a:accent2>
      <a:accent3>
        <a:srgbClr val="AFAFAF"/>
      </a:accent3>
      <a:accent4>
        <a:srgbClr val="77252F"/>
      </a:accent4>
      <a:accent5>
        <a:srgbClr val="46151D"/>
      </a:accent5>
      <a:accent6>
        <a:srgbClr val="444444"/>
      </a:accent6>
      <a:hlink>
        <a:srgbClr val="E7E8E8"/>
      </a:hlink>
      <a:folHlink>
        <a:srgbClr val="ECE8E5"/>
      </a:folHlink>
    </a:clrScheme>
    <a:fontScheme name="Custom 1">
      <a:majorFont>
        <a:latin typeface="Verdana Pro Semibold"/>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gamoreslidetheme" id="{AD2BC9C5-8375-41C6-9432-6D7905080FF0}" vid="{B0826F6E-4D8D-4E58-8EEA-4B567F5781D7}"/>
    </a:ext>
  </a:extLst>
</a:theme>
</file>

<file path=ppt/theme/theme2.xml><?xml version="1.0" encoding="utf-8"?>
<a:theme xmlns:a="http://schemas.openxmlformats.org/drawingml/2006/main" name="02-DSO-VELV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agamore PPT Template 2022">
  <a:themeElements>
    <a:clrScheme name="Sagamore_2022">
      <a:dk1>
        <a:srgbClr val="000000"/>
      </a:dk1>
      <a:lt1>
        <a:srgbClr val="FFFFFF"/>
      </a:lt1>
      <a:dk2>
        <a:srgbClr val="5B5E5F"/>
      </a:dk2>
      <a:lt2>
        <a:srgbClr val="ECE8E5"/>
      </a:lt2>
      <a:accent1>
        <a:srgbClr val="77252F"/>
      </a:accent1>
      <a:accent2>
        <a:srgbClr val="46151D"/>
      </a:accent2>
      <a:accent3>
        <a:srgbClr val="AFAFAF"/>
      </a:accent3>
      <a:accent4>
        <a:srgbClr val="77252F"/>
      </a:accent4>
      <a:accent5>
        <a:srgbClr val="46151D"/>
      </a:accent5>
      <a:accent6>
        <a:srgbClr val="5B5E5F"/>
      </a:accent6>
      <a:hlink>
        <a:srgbClr val="AFAFAF"/>
      </a:hlink>
      <a:folHlink>
        <a:srgbClr val="ECE8E5"/>
      </a:folHlink>
    </a:clrScheme>
    <a:fontScheme name="Custom 1">
      <a:majorFont>
        <a:latin typeface="Interstate-BoldCompresse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Sagamoreslidetheme</Template>
  <TotalTime>727</TotalTime>
  <Words>717</Words>
  <Application>Microsoft Office PowerPoint</Application>
  <PresentationFormat>Widescreen</PresentationFormat>
  <Paragraphs>80</Paragraphs>
  <Slides>22</Slides>
  <Notes>0</Notes>
  <HiddenSlides>0</HiddenSlides>
  <MMClips>0</MMClips>
  <ScaleCrop>false</ScaleCrop>
  <HeadingPairs>
    <vt:vector size="6" baseType="variant">
      <vt:variant>
        <vt:lpstr>Fonts Used</vt:lpstr>
      </vt:variant>
      <vt:variant>
        <vt:i4>17</vt:i4>
      </vt:variant>
      <vt:variant>
        <vt:lpstr>Theme</vt:lpstr>
      </vt:variant>
      <vt:variant>
        <vt:i4>4</vt:i4>
      </vt:variant>
      <vt:variant>
        <vt:lpstr>Slide Titles</vt:lpstr>
      </vt:variant>
      <vt:variant>
        <vt:i4>22</vt:i4>
      </vt:variant>
    </vt:vector>
  </HeadingPairs>
  <TitlesOfParts>
    <vt:vector size="43" baseType="lpstr">
      <vt:lpstr>Brandon Grotesque Bold</vt:lpstr>
      <vt:lpstr>Brandon Grotesque Medium</vt:lpstr>
      <vt:lpstr>Arial</vt:lpstr>
      <vt:lpstr>Arial Narrow</vt:lpstr>
      <vt:lpstr>Arial Nova Light</vt:lpstr>
      <vt:lpstr>Calibri</vt:lpstr>
      <vt:lpstr>Calibri Light</vt:lpstr>
      <vt:lpstr>Century Gothic</vt:lpstr>
      <vt:lpstr>Garamond</vt:lpstr>
      <vt:lpstr>Georgia</vt:lpstr>
      <vt:lpstr>Raleway</vt:lpstr>
      <vt:lpstr>Times New Roman</vt:lpstr>
      <vt:lpstr>Verdana</vt:lpstr>
      <vt:lpstr>Verdana Pro</vt:lpstr>
      <vt:lpstr>Verdana Pro Cond Semibold</vt:lpstr>
      <vt:lpstr>Verdana Pro Semibold</vt:lpstr>
      <vt:lpstr>Wingdings</vt:lpstr>
      <vt:lpstr>Sagamoreslidetheme</vt:lpstr>
      <vt:lpstr>02-DSO-VELVET</vt:lpstr>
      <vt:lpstr>1_Sagamore PPT Template 2022</vt:lpstr>
      <vt:lpstr>Office Theme</vt:lpstr>
      <vt:lpstr>PowerPoint Presentation</vt:lpstr>
      <vt:lpstr>Executive Summary</vt:lpstr>
      <vt:lpstr>Us Market baseline: Total Spirits value trend</vt:lpstr>
      <vt:lpstr>Us market baseline: Total Spirits value Yoy growth</vt:lpstr>
      <vt:lpstr>Us market baseline: Total Spirits 5-year cagr</vt:lpstr>
      <vt:lpstr>US Categories: Value Trends</vt:lpstr>
      <vt:lpstr>Us Categories: Indexed Category Growth</vt:lpstr>
      <vt:lpstr>value vs volume: US index</vt:lpstr>
      <vt:lpstr>Value vs Volume: US Yoy growth</vt:lpstr>
      <vt:lpstr>Us category Value Share</vt:lpstr>
      <vt:lpstr>Us category Volume Share</vt:lpstr>
      <vt:lpstr>Us Category Value Change</vt:lpstr>
      <vt:lpstr>Us whisky subcategory trends</vt:lpstr>
      <vt:lpstr>PowerPoint Presentation</vt:lpstr>
      <vt:lpstr>Global Value vs Volume index</vt:lpstr>
      <vt:lpstr>Top 15 countries by 2030 volume</vt:lpstr>
      <vt:lpstr>Country Value Change 2019-2030</vt:lpstr>
      <vt:lpstr>Country Volume Change 2019-2030</vt:lpstr>
      <vt:lpstr>Country share of global value</vt:lpstr>
      <vt:lpstr>Global Categories: Value Share</vt:lpstr>
      <vt:lpstr>Global Categories: Volume Share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Nobrega</dc:creator>
  <cp:lastModifiedBy>Luke Nobrega</cp:lastModifiedBy>
  <cp:revision>2</cp:revision>
  <dcterms:created xsi:type="dcterms:W3CDTF">2026-06-30T13:31:27Z</dcterms:created>
  <dcterms:modified xsi:type="dcterms:W3CDTF">2026-08-27T23:35:16Z</dcterms:modified>
</cp:coreProperties>
</file>